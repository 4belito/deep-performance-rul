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60" r:id="rId3"/>
    <p:sldId id="256" r:id="rId4"/>
    <p:sldId id="258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47"/>
    <p:restoredTop sz="94639"/>
  </p:normalViewPr>
  <p:slideViewPr>
    <p:cSldViewPr snapToGrid="0">
      <p:cViewPr>
        <p:scale>
          <a:sx n="148" d="100"/>
          <a:sy n="148" d="100"/>
        </p:scale>
        <p:origin x="-48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39EBD-AD15-7F33-6D8F-17DF1BC4E5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A3E6CF-34C0-3710-5C17-75D70DFE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1FEE7-AE24-8747-DA0E-D6D7BA6EB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C2670-D407-5B43-805F-2003EA77CE17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5C657-3B53-0409-E694-2A7A80619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C4181-EDF6-59B8-406E-8988948EF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3E7A-CC0B-5D42-A474-F51A44C0F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565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AC093-AF86-112A-DA91-92FC394ED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A8C34-355D-F1EC-D604-3DD7EB50B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4B82C-212E-9809-DAB2-E9AD2A542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C2670-D407-5B43-805F-2003EA77CE17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46E48-B40F-EB16-AF73-6BCD52E79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DF35E-648F-F5E1-FB7D-8BE38E7AC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3E7A-CC0B-5D42-A474-F51A44C0F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721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DF32D-6F43-73D9-9C9D-1DE681F3B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C831FD-DF1B-1C6A-F2FF-AC2713B6A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FAFB1-9237-F179-5123-3FB87CFFF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C2670-D407-5B43-805F-2003EA77CE17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4B1DC-2A8C-E740-83A6-4AD21E6FF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8A9CF-E5F8-F159-02CA-AB8B40B23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3E7A-CC0B-5D42-A474-F51A44C0F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265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F6B72-9D26-C2E0-1C99-8CC8E5D43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E0227-1AE3-B573-BCFF-46C5B4572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E99948-F090-ECF8-C01C-1D609CA84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9979B-C12E-94D0-35CA-BAEA4F000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C2670-D407-5B43-805F-2003EA77CE17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7CABFF-6DA6-5C50-B244-E89DD24E9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04AC-6581-D816-7313-314EC6D54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3E7A-CC0B-5D42-A474-F51A44C0F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469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35C27-185D-6AC3-387D-C53558535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DDD5F-0562-2DF3-ED6A-00C82411E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1A82F2-D1DD-7722-DB59-E1C64A2CCC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6B645B-62E2-4054-B97B-38DE74314D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1C1354-8BDB-B9F7-E446-208DCCC9F4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4B606C-AF24-F099-7FE1-808695DDB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C2670-D407-5B43-805F-2003EA77CE17}" type="datetimeFigureOut">
              <a:rPr lang="en-US" smtClean="0"/>
              <a:t>2/25/26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75D60D-DB1C-8061-D863-6B47ED5E9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F9B0DC-EF0D-82E2-21BD-E1DF4D7A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3E7A-CC0B-5D42-A474-F51A44C0F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170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106CE-5B27-AABD-E410-E7E62AB30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FB781B-97C9-D729-F487-540B66337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C2670-D407-5B43-805F-2003EA77CE17}" type="datetimeFigureOut">
              <a:rPr lang="en-US" smtClean="0"/>
              <a:t>2/25/26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399C05-43D5-3878-A446-60A83A41D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D9E37E-02A5-1B35-7FEF-773D193A3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3E7A-CC0B-5D42-A474-F51A44C0F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454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4D21EA-F4C7-FF7E-253D-8832B2F3E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C2670-D407-5B43-805F-2003EA77CE17}" type="datetimeFigureOut">
              <a:rPr lang="en-US" smtClean="0"/>
              <a:t>2/25/26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BA39C7-3EB3-CE2E-3A8A-282BC220C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5FA3E-D6E5-DE80-CDE7-2500749EA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3E7A-CC0B-5D42-A474-F51A44C0F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84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1F9FF-E648-9DDD-339F-803B96B30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F0D0D-321D-7AA0-6FD7-EFFB6FACB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1CFFC6-5060-EA34-3867-BD69EEF23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81D07-3BB9-4AE1-32C0-78D3E27F3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C2670-D407-5B43-805F-2003EA77CE17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4A39ED-9197-AC6D-AA79-84E0ABE24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F449B8-CDA6-ED08-4DC8-93458A252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3E7A-CC0B-5D42-A474-F51A44C0F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736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C20B0-1D24-F528-425B-91803DB74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134ED1-5FF8-BACD-50C0-54D364F240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FE6B2C-2CFD-7CCC-B007-10766E427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5E9C13-F503-8ECF-EC31-FA8F2414F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C2670-D407-5B43-805F-2003EA77CE17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D4C9E9-AD33-7FC5-C31B-3BE65A667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8BD196-5263-3167-43B3-CBA75FEE6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3E7A-CC0B-5D42-A474-F51A44C0F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25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66EAD-CA8A-0F6B-A7F8-B75B99EFD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28B370-1B01-6976-6572-09B7CE514F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B798A-AB5C-297F-70DE-D12E04BC4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C2670-D407-5B43-805F-2003EA77CE17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E7A11-BBE1-10DA-8CBF-92301BB81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6B8F5-40C4-325B-2C2F-180FF36E2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3E7A-CC0B-5D42-A474-F51A44C0F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360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67EBAA-6F45-AEA8-29A6-D81C1EA903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8FD16E-5DAF-6A68-685A-E132F2B01C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91699-D177-CE33-8A6F-A3D547447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C2670-D407-5B43-805F-2003EA77CE17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8025E-C517-72B5-CDD6-3F9A3EE50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6BE38-D4E4-D0C8-5D0A-66937D06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3E7A-CC0B-5D42-A474-F51A44C0F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088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1168C2-E016-86E3-E644-EB7DE273B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25DE6-53BC-84A6-894E-A615F277C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47C52-B4AF-7AE7-5D8B-5174090743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EC2670-D407-5B43-805F-2003EA77CE17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47755-9EDF-ABC0-88B7-4F38CDD14D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2A510-C4A2-53E2-FB62-F04743392C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23E7A-CC0B-5D42-A474-F51A44C0F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58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19C441-6688-CEEE-2B58-32E1BA381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688" y="753918"/>
            <a:ext cx="6522390" cy="59647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BF8AB5-0076-DA91-E540-3F4B9A2302B0}"/>
              </a:ext>
            </a:extLst>
          </p:cNvPr>
          <p:cNvSpPr txBox="1"/>
          <p:nvPr/>
        </p:nvSpPr>
        <p:spPr>
          <a:xfrm>
            <a:off x="3782410" y="139368"/>
            <a:ext cx="3306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Benchmark Clipping Strategy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92D8150-662A-7B76-16C1-DB37FF0AAC0F}"/>
              </a:ext>
            </a:extLst>
          </p:cNvPr>
          <p:cNvCxnSpPr/>
          <p:nvPr/>
        </p:nvCxnSpPr>
        <p:spPr>
          <a:xfrm>
            <a:off x="2234241" y="1268083"/>
            <a:ext cx="51758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913B1F9-1D45-89E4-4E25-FF7A7216615F}"/>
              </a:ext>
            </a:extLst>
          </p:cNvPr>
          <p:cNvSpPr txBox="1"/>
          <p:nvPr/>
        </p:nvSpPr>
        <p:spPr>
          <a:xfrm>
            <a:off x="1802713" y="1083417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801390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6A9F1-1D64-035D-CEEF-EDC798EBE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0BD37DD-3D52-CEC6-6356-5E001E079591}"/>
              </a:ext>
            </a:extLst>
          </p:cNvPr>
          <p:cNvSpPr txBox="1"/>
          <p:nvPr/>
        </p:nvSpPr>
        <p:spPr>
          <a:xfrm>
            <a:off x="3765158" y="208380"/>
            <a:ext cx="39209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Benchmark on Full life DS02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C035B9-4686-A0F5-431D-2D1F78B38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797" y="1564369"/>
            <a:ext cx="5559543" cy="462448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423D1F-BEB9-402E-FFEF-AFEE4A2AD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659" y="1564370"/>
            <a:ext cx="5559545" cy="462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679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D78E34B-57C2-4322-2B89-BB7C7C624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3557"/>
            <a:ext cx="3659295" cy="36908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8DCA9F6-F3ED-FC7B-2CA3-1A3889560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4717" y="1583557"/>
            <a:ext cx="3659295" cy="36908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55BDE4-4FBC-C042-A9FA-0181F8CDEB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9435" y="1521759"/>
            <a:ext cx="3659295" cy="369088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1799DF0-8BA9-4D61-8131-55C916EF790D}"/>
              </a:ext>
            </a:extLst>
          </p:cNvPr>
          <p:cNvSpPr txBox="1"/>
          <p:nvPr/>
        </p:nvSpPr>
        <p:spPr>
          <a:xfrm>
            <a:off x="2327861" y="412165"/>
            <a:ext cx="72930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RUL Prediction Across Three Evaluation Regions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22608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460221-0846-5EC5-0D02-AAE674ADC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51" y="1049396"/>
            <a:ext cx="5160718" cy="52052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DF3AE5-C6E2-4AAF-B23D-1D16F7F8B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021" y="1049396"/>
            <a:ext cx="5307473" cy="53532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150DBC-8972-4181-77E3-4DBD9A0C6F51}"/>
              </a:ext>
            </a:extLst>
          </p:cNvPr>
          <p:cNvSpPr txBox="1"/>
          <p:nvPr/>
        </p:nvSpPr>
        <p:spPr>
          <a:xfrm>
            <a:off x="2578962" y="270645"/>
            <a:ext cx="81896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PF-RUL Predictions Averaged Over 10 Independent Runs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75174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9D74C0-C2F9-2A3F-8B13-66E79F69214A}"/>
              </a:ext>
            </a:extLst>
          </p:cNvPr>
          <p:cNvSpPr txBox="1"/>
          <p:nvPr/>
        </p:nvSpPr>
        <p:spPr>
          <a:xfrm>
            <a:off x="5392444" y="208591"/>
            <a:ext cx="14071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Results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6486B9-A281-D88D-69A5-ED028B520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899" y="670256"/>
            <a:ext cx="9058745" cy="5952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177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23</Words>
  <Application>Microsoft Macintosh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Diaz Gonzalez, Abel</dc:creator>
  <cp:lastModifiedBy>Diaz Gonzalez, Abel</cp:lastModifiedBy>
  <cp:revision>2</cp:revision>
  <dcterms:created xsi:type="dcterms:W3CDTF">2026-02-19T09:36:56Z</dcterms:created>
  <dcterms:modified xsi:type="dcterms:W3CDTF">2026-02-26T01:02:34Z</dcterms:modified>
</cp:coreProperties>
</file>