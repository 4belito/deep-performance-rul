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"/>
  </p:notesMasterIdLst>
  <p:sldIdLst>
    <p:sldId id="446" r:id="rId2"/>
  </p:sldIdLst>
  <p:sldSz cx="12192000" cy="5029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689CD07-4319-6ABF-FCA2-709A48D1265C}" name="Diaz Gonzalez, Abel" initials="AD" userId="S::abel.diaz.gonzalez@vanderbilt.edu::35d0b763-d6c0-48e6-9203-92eb85478cb6" providerId="AD"/>
  <p188:author id="{B62295ED-20F8-769B-3464-A268E377FDCB}" name="Quinones Grueiro, Marcos" initials="MQ" userId="S::marcos.quinones.grueiro@vanderbilt.edu::536cb631-8b62-4de7-ba32-edf7a1ad6d8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1F17"/>
    <a:srgbClr val="C3A689"/>
    <a:srgbClr val="A7825C"/>
    <a:srgbClr val="967146"/>
    <a:srgbClr val="564534"/>
    <a:srgbClr val="5E4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10" autoAdjust="0"/>
    <p:restoredTop sz="86409"/>
  </p:normalViewPr>
  <p:slideViewPr>
    <p:cSldViewPr snapToGrid="0">
      <p:cViewPr>
        <p:scale>
          <a:sx n="159" d="100"/>
          <a:sy n="159" d="100"/>
        </p:scale>
        <p:origin x="144" y="584"/>
      </p:cViewPr>
      <p:guideLst>
        <p:guide orient="horz" pos="1584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3096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8/10/relationships/authors" Target="authors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1859D8-B66A-47F9-B914-23B1751CA91A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-311150" y="1143000"/>
            <a:ext cx="74803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A4BD73-FC65-4FE7-9E21-0975921F30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25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6268A-BE85-B881-888C-DC9DA6220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538737-DCAB-D2B9-FFA9-D4D84E3208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311150" y="1143000"/>
            <a:ext cx="74803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1B941-F48C-A988-1CDD-DBEC4B6043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FE392-8A12-70A2-8006-B73AC44A9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A4BD73-FC65-4FE7-9E21-0975921F302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2250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823066"/>
            <a:ext cx="9144000" cy="1750907"/>
          </a:xfr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641495"/>
            <a:ext cx="9144000" cy="1214225"/>
          </a:xfrm>
        </p:spPr>
        <p:txBody>
          <a:bodyPr/>
          <a:lstStyle>
            <a:lvl1pPr marL="0" indent="0" algn="ctr">
              <a:buNone/>
              <a:defRPr sz="1760"/>
            </a:lvl1pPr>
            <a:lvl2pPr marL="335265" indent="0" algn="ctr">
              <a:buNone/>
              <a:defRPr sz="1467"/>
            </a:lvl2pPr>
            <a:lvl3pPr marL="670530" indent="0" algn="ctr">
              <a:buNone/>
              <a:defRPr sz="1320"/>
            </a:lvl3pPr>
            <a:lvl4pPr marL="1005794" indent="0" algn="ctr">
              <a:buNone/>
              <a:defRPr sz="1173"/>
            </a:lvl4pPr>
            <a:lvl5pPr marL="1341059" indent="0" algn="ctr">
              <a:buNone/>
              <a:defRPr sz="1173"/>
            </a:lvl5pPr>
            <a:lvl6pPr marL="1676324" indent="0" algn="ctr">
              <a:buNone/>
              <a:defRPr sz="1173"/>
            </a:lvl6pPr>
            <a:lvl7pPr marL="2011589" indent="0" algn="ctr">
              <a:buNone/>
              <a:defRPr sz="1173"/>
            </a:lvl7pPr>
            <a:lvl8pPr marL="2346853" indent="0" algn="ctr">
              <a:buNone/>
              <a:defRPr sz="1173"/>
            </a:lvl8pPr>
            <a:lvl9pPr marL="2682118" indent="0" algn="ctr">
              <a:buNone/>
              <a:defRPr sz="117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028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936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253808"/>
            <a:ext cx="10515600" cy="2092007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365607"/>
            <a:ext cx="10515600" cy="1100137"/>
          </a:xfrm>
        </p:spPr>
        <p:txBody>
          <a:bodyPr/>
          <a:lstStyle>
            <a:lvl1pPr marL="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1pPr>
            <a:lvl2pPr marL="335265" indent="0">
              <a:buNone/>
              <a:defRPr sz="1467">
                <a:solidFill>
                  <a:schemeClr val="tx1">
                    <a:tint val="75000"/>
                  </a:schemeClr>
                </a:solidFill>
              </a:defRPr>
            </a:lvl2pPr>
            <a:lvl3pPr marL="670530" indent="0">
              <a:buNone/>
              <a:defRPr sz="1320">
                <a:solidFill>
                  <a:schemeClr val="tx1">
                    <a:tint val="75000"/>
                  </a:schemeClr>
                </a:solidFill>
              </a:defRPr>
            </a:lvl3pPr>
            <a:lvl4pPr marL="1005794" indent="0">
              <a:buNone/>
              <a:defRPr sz="1173">
                <a:solidFill>
                  <a:schemeClr val="tx1">
                    <a:tint val="75000"/>
                  </a:schemeClr>
                </a:solidFill>
              </a:defRPr>
            </a:lvl4pPr>
            <a:lvl5pPr marL="1341059" indent="0">
              <a:buNone/>
              <a:defRPr sz="1173">
                <a:solidFill>
                  <a:schemeClr val="tx1">
                    <a:tint val="75000"/>
                  </a:schemeClr>
                </a:solidFill>
              </a:defRPr>
            </a:lvl5pPr>
            <a:lvl6pPr marL="1676324" indent="0">
              <a:buNone/>
              <a:defRPr sz="1173">
                <a:solidFill>
                  <a:schemeClr val="tx1">
                    <a:tint val="75000"/>
                  </a:schemeClr>
                </a:solidFill>
              </a:defRPr>
            </a:lvl6pPr>
            <a:lvl7pPr marL="2011589" indent="0">
              <a:buNone/>
              <a:defRPr sz="1173">
                <a:solidFill>
                  <a:schemeClr val="tx1">
                    <a:tint val="75000"/>
                  </a:schemeClr>
                </a:solidFill>
              </a:defRPr>
            </a:lvl7pPr>
            <a:lvl8pPr marL="2346853" indent="0">
              <a:buNone/>
              <a:defRPr sz="1173">
                <a:solidFill>
                  <a:schemeClr val="tx1">
                    <a:tint val="75000"/>
                  </a:schemeClr>
                </a:solidFill>
              </a:defRPr>
            </a:lvl8pPr>
            <a:lvl9pPr marL="2682118" indent="0">
              <a:buNone/>
              <a:defRPr sz="117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909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338792"/>
            <a:ext cx="5181600" cy="31909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338792"/>
            <a:ext cx="5181600" cy="31909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24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67758"/>
            <a:ext cx="10515600" cy="9720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232853"/>
            <a:ext cx="5157787" cy="604202"/>
          </a:xfrm>
        </p:spPr>
        <p:txBody>
          <a:bodyPr anchor="b"/>
          <a:lstStyle>
            <a:lvl1pPr marL="0" indent="0">
              <a:buNone/>
              <a:defRPr sz="1760" b="1"/>
            </a:lvl1pPr>
            <a:lvl2pPr marL="335265" indent="0">
              <a:buNone/>
              <a:defRPr sz="1467" b="1"/>
            </a:lvl2pPr>
            <a:lvl3pPr marL="670530" indent="0">
              <a:buNone/>
              <a:defRPr sz="1320" b="1"/>
            </a:lvl3pPr>
            <a:lvl4pPr marL="1005794" indent="0">
              <a:buNone/>
              <a:defRPr sz="1173" b="1"/>
            </a:lvl4pPr>
            <a:lvl5pPr marL="1341059" indent="0">
              <a:buNone/>
              <a:defRPr sz="1173" b="1"/>
            </a:lvl5pPr>
            <a:lvl6pPr marL="1676324" indent="0">
              <a:buNone/>
              <a:defRPr sz="1173" b="1"/>
            </a:lvl6pPr>
            <a:lvl7pPr marL="2011589" indent="0">
              <a:buNone/>
              <a:defRPr sz="1173" b="1"/>
            </a:lvl7pPr>
            <a:lvl8pPr marL="2346853" indent="0">
              <a:buNone/>
              <a:defRPr sz="1173" b="1"/>
            </a:lvl8pPr>
            <a:lvl9pPr marL="2682118" indent="0">
              <a:buNone/>
              <a:defRPr sz="117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1837055"/>
            <a:ext cx="5157787" cy="27020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232853"/>
            <a:ext cx="5183188" cy="604202"/>
          </a:xfrm>
        </p:spPr>
        <p:txBody>
          <a:bodyPr anchor="b"/>
          <a:lstStyle>
            <a:lvl1pPr marL="0" indent="0">
              <a:buNone/>
              <a:defRPr sz="1760" b="1"/>
            </a:lvl1pPr>
            <a:lvl2pPr marL="335265" indent="0">
              <a:buNone/>
              <a:defRPr sz="1467" b="1"/>
            </a:lvl2pPr>
            <a:lvl3pPr marL="670530" indent="0">
              <a:buNone/>
              <a:defRPr sz="1320" b="1"/>
            </a:lvl3pPr>
            <a:lvl4pPr marL="1005794" indent="0">
              <a:buNone/>
              <a:defRPr sz="1173" b="1"/>
            </a:lvl4pPr>
            <a:lvl5pPr marL="1341059" indent="0">
              <a:buNone/>
              <a:defRPr sz="1173" b="1"/>
            </a:lvl5pPr>
            <a:lvl6pPr marL="1676324" indent="0">
              <a:buNone/>
              <a:defRPr sz="1173" b="1"/>
            </a:lvl6pPr>
            <a:lvl7pPr marL="2011589" indent="0">
              <a:buNone/>
              <a:defRPr sz="1173" b="1"/>
            </a:lvl7pPr>
            <a:lvl8pPr marL="2346853" indent="0">
              <a:buNone/>
              <a:defRPr sz="1173" b="1"/>
            </a:lvl8pPr>
            <a:lvl9pPr marL="2682118" indent="0">
              <a:buNone/>
              <a:defRPr sz="117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837055"/>
            <a:ext cx="5183188" cy="27020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445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519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673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35280"/>
            <a:ext cx="3932237" cy="1173480"/>
          </a:xfrm>
        </p:spPr>
        <p:txBody>
          <a:bodyPr anchor="b"/>
          <a:lstStyle>
            <a:lvl1pPr>
              <a:defRPr sz="23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724112"/>
            <a:ext cx="6172200" cy="3573992"/>
          </a:xfrm>
        </p:spPr>
        <p:txBody>
          <a:bodyPr/>
          <a:lstStyle>
            <a:lvl1pPr>
              <a:defRPr sz="2347"/>
            </a:lvl1pPr>
            <a:lvl2pPr>
              <a:defRPr sz="2053"/>
            </a:lvl2pPr>
            <a:lvl3pPr>
              <a:defRPr sz="1760"/>
            </a:lvl3pPr>
            <a:lvl4pPr>
              <a:defRPr sz="1467"/>
            </a:lvl4pPr>
            <a:lvl5pPr>
              <a:defRPr sz="1467"/>
            </a:lvl5pPr>
            <a:lvl6pPr>
              <a:defRPr sz="1467"/>
            </a:lvl6pPr>
            <a:lvl7pPr>
              <a:defRPr sz="1467"/>
            </a:lvl7pPr>
            <a:lvl8pPr>
              <a:defRPr sz="1467"/>
            </a:lvl8pPr>
            <a:lvl9pPr>
              <a:defRPr sz="14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508760"/>
            <a:ext cx="3932237" cy="2795165"/>
          </a:xfrm>
        </p:spPr>
        <p:txBody>
          <a:bodyPr/>
          <a:lstStyle>
            <a:lvl1pPr marL="0" indent="0">
              <a:buNone/>
              <a:defRPr sz="1173"/>
            </a:lvl1pPr>
            <a:lvl2pPr marL="335265" indent="0">
              <a:buNone/>
              <a:defRPr sz="1027"/>
            </a:lvl2pPr>
            <a:lvl3pPr marL="670530" indent="0">
              <a:buNone/>
              <a:defRPr sz="880"/>
            </a:lvl3pPr>
            <a:lvl4pPr marL="1005794" indent="0">
              <a:buNone/>
              <a:defRPr sz="733"/>
            </a:lvl4pPr>
            <a:lvl5pPr marL="1341059" indent="0">
              <a:buNone/>
              <a:defRPr sz="733"/>
            </a:lvl5pPr>
            <a:lvl6pPr marL="1676324" indent="0">
              <a:buNone/>
              <a:defRPr sz="733"/>
            </a:lvl6pPr>
            <a:lvl7pPr marL="2011589" indent="0">
              <a:buNone/>
              <a:defRPr sz="733"/>
            </a:lvl7pPr>
            <a:lvl8pPr marL="2346853" indent="0">
              <a:buNone/>
              <a:defRPr sz="733"/>
            </a:lvl8pPr>
            <a:lvl9pPr marL="2682118" indent="0">
              <a:buNone/>
              <a:defRPr sz="7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22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35280"/>
            <a:ext cx="3932237" cy="1173480"/>
          </a:xfrm>
        </p:spPr>
        <p:txBody>
          <a:bodyPr anchor="b"/>
          <a:lstStyle>
            <a:lvl1pPr>
              <a:defRPr sz="23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724112"/>
            <a:ext cx="6172200" cy="3573992"/>
          </a:xfrm>
        </p:spPr>
        <p:txBody>
          <a:bodyPr anchor="t"/>
          <a:lstStyle>
            <a:lvl1pPr marL="0" indent="0">
              <a:buNone/>
              <a:defRPr sz="2347"/>
            </a:lvl1pPr>
            <a:lvl2pPr marL="335265" indent="0">
              <a:buNone/>
              <a:defRPr sz="2053"/>
            </a:lvl2pPr>
            <a:lvl3pPr marL="670530" indent="0">
              <a:buNone/>
              <a:defRPr sz="1760"/>
            </a:lvl3pPr>
            <a:lvl4pPr marL="1005794" indent="0">
              <a:buNone/>
              <a:defRPr sz="1467"/>
            </a:lvl4pPr>
            <a:lvl5pPr marL="1341059" indent="0">
              <a:buNone/>
              <a:defRPr sz="1467"/>
            </a:lvl5pPr>
            <a:lvl6pPr marL="1676324" indent="0">
              <a:buNone/>
              <a:defRPr sz="1467"/>
            </a:lvl6pPr>
            <a:lvl7pPr marL="2011589" indent="0">
              <a:buNone/>
              <a:defRPr sz="1467"/>
            </a:lvl7pPr>
            <a:lvl8pPr marL="2346853" indent="0">
              <a:buNone/>
              <a:defRPr sz="1467"/>
            </a:lvl8pPr>
            <a:lvl9pPr marL="2682118" indent="0">
              <a:buNone/>
              <a:defRPr sz="14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508760"/>
            <a:ext cx="3932237" cy="2795165"/>
          </a:xfrm>
        </p:spPr>
        <p:txBody>
          <a:bodyPr/>
          <a:lstStyle>
            <a:lvl1pPr marL="0" indent="0">
              <a:buNone/>
              <a:defRPr sz="1173"/>
            </a:lvl1pPr>
            <a:lvl2pPr marL="335265" indent="0">
              <a:buNone/>
              <a:defRPr sz="1027"/>
            </a:lvl2pPr>
            <a:lvl3pPr marL="670530" indent="0">
              <a:buNone/>
              <a:defRPr sz="880"/>
            </a:lvl3pPr>
            <a:lvl4pPr marL="1005794" indent="0">
              <a:buNone/>
              <a:defRPr sz="733"/>
            </a:lvl4pPr>
            <a:lvl5pPr marL="1341059" indent="0">
              <a:buNone/>
              <a:defRPr sz="733"/>
            </a:lvl5pPr>
            <a:lvl6pPr marL="1676324" indent="0">
              <a:buNone/>
              <a:defRPr sz="733"/>
            </a:lvl6pPr>
            <a:lvl7pPr marL="2011589" indent="0">
              <a:buNone/>
              <a:defRPr sz="733"/>
            </a:lvl7pPr>
            <a:lvl8pPr marL="2346853" indent="0">
              <a:buNone/>
              <a:defRPr sz="733"/>
            </a:lvl8pPr>
            <a:lvl9pPr marL="2682118" indent="0">
              <a:buNone/>
              <a:defRPr sz="7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627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981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267758"/>
            <a:ext cx="2628900" cy="42620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267758"/>
            <a:ext cx="7734300" cy="42620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433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67758"/>
            <a:ext cx="10515600" cy="97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38792"/>
            <a:ext cx="10515600" cy="3190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4661324"/>
            <a:ext cx="274320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B6AD91-4B23-4744-80DD-8D3955A9F328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4661324"/>
            <a:ext cx="411480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4661324"/>
            <a:ext cx="274320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32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670530" rtl="0" eaLnBrk="1" latinLnBrk="0" hangingPunct="1">
        <a:lnSpc>
          <a:spcPct val="90000"/>
        </a:lnSpc>
        <a:spcBef>
          <a:spcPct val="0"/>
        </a:spcBef>
        <a:buNone/>
        <a:defRPr sz="322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7632" indent="-167632" algn="l" defTabSz="670530" rtl="0" eaLnBrk="1" latinLnBrk="0" hangingPunct="1">
        <a:lnSpc>
          <a:spcPct val="90000"/>
        </a:lnSpc>
        <a:spcBef>
          <a:spcPts val="733"/>
        </a:spcBef>
        <a:buFont typeface="Arial" panose="020B0604020202020204" pitchFamily="34" charset="0"/>
        <a:buChar char="•"/>
        <a:defRPr sz="2053" kern="1200">
          <a:solidFill>
            <a:schemeClr val="tx1"/>
          </a:solidFill>
          <a:latin typeface="+mn-lt"/>
          <a:ea typeface="+mn-ea"/>
          <a:cs typeface="+mn-cs"/>
        </a:defRPr>
      </a:lvl1pPr>
      <a:lvl2pPr marL="502897" indent="-167632" algn="l" defTabSz="670530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2pPr>
      <a:lvl3pPr marL="838162" indent="-167632" algn="l" defTabSz="670530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467" kern="1200">
          <a:solidFill>
            <a:schemeClr val="tx1"/>
          </a:solidFill>
          <a:latin typeface="+mn-lt"/>
          <a:ea typeface="+mn-ea"/>
          <a:cs typeface="+mn-cs"/>
        </a:defRPr>
      </a:lvl3pPr>
      <a:lvl4pPr marL="1173427" indent="-167632" algn="l" defTabSz="670530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4pPr>
      <a:lvl5pPr marL="1508691" indent="-167632" algn="l" defTabSz="670530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5pPr>
      <a:lvl6pPr marL="1843956" indent="-167632" algn="l" defTabSz="670530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6pPr>
      <a:lvl7pPr marL="2179221" indent="-167632" algn="l" defTabSz="670530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7pPr>
      <a:lvl8pPr marL="2514486" indent="-167632" algn="l" defTabSz="670530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8pPr>
      <a:lvl9pPr marL="2849750" indent="-167632" algn="l" defTabSz="670530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70530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1pPr>
      <a:lvl2pPr marL="335265" algn="l" defTabSz="670530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2pPr>
      <a:lvl3pPr marL="670530" algn="l" defTabSz="670530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3pPr>
      <a:lvl4pPr marL="1005794" algn="l" defTabSz="670530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4pPr>
      <a:lvl5pPr marL="1341059" algn="l" defTabSz="670530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5pPr>
      <a:lvl6pPr marL="1676324" algn="l" defTabSz="670530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6pPr>
      <a:lvl7pPr marL="2011589" algn="l" defTabSz="670530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7pPr>
      <a:lvl8pPr marL="2346853" algn="l" defTabSz="670530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8pPr>
      <a:lvl9pPr marL="2682118" algn="l" defTabSz="670530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48079-EB80-CF7D-B36A-149C48659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719">
            <a:extLst>
              <a:ext uri="{FF2B5EF4-FFF2-40B4-BE49-F238E27FC236}">
                <a16:creationId xmlns:a16="http://schemas.microsoft.com/office/drawing/2014/main" id="{D6660E8E-023F-C3F1-1F68-C91D2D7C4A0E}"/>
              </a:ext>
            </a:extLst>
          </p:cNvPr>
          <p:cNvSpPr/>
          <p:nvPr/>
        </p:nvSpPr>
        <p:spPr>
          <a:xfrm>
            <a:off x="6637197" y="736140"/>
            <a:ext cx="5126182" cy="390292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 cap="flat" cmpd="sng" algn="ctr">
            <a:solidFill>
              <a:schemeClr val="tx1"/>
            </a:solidFill>
            <a:prstDash val="dash"/>
            <a:miter lim="800000"/>
          </a:ln>
          <a:effectLst>
            <a:softEdge rad="12700"/>
          </a:effectLst>
        </p:spPr>
        <p:txBody>
          <a:bodyPr rtlCol="0" anchor="ctr"/>
          <a:lstStyle/>
          <a:p>
            <a:pPr algn="ctr"/>
            <a:endParaRPr lang="en-US" sz="3600" dirty="0">
              <a:solidFill>
                <a:prstClr val="black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 770">
                <a:extLst>
                  <a:ext uri="{FF2B5EF4-FFF2-40B4-BE49-F238E27FC236}">
                    <a16:creationId xmlns:a16="http://schemas.microsoft.com/office/drawing/2014/main" id="{BB684EF9-2952-FFE9-8AD1-F9FB33F6A09A}"/>
                  </a:ext>
                </a:extLst>
              </p:cNvPr>
              <p:cNvSpPr/>
              <p:nvPr/>
            </p:nvSpPr>
            <p:spPr>
              <a:xfrm>
                <a:off x="6791558" y="3248292"/>
                <a:ext cx="4817456" cy="102640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271F17"/>
                        </a:solidFill>
                        <a:latin typeface="Cambria Math" panose="02040503050406030204" pitchFamily="18" charset="0"/>
                      </a:rPr>
                      <m:t>𝑅𝑈</m:t>
                    </m:r>
                    <m:sSub>
                      <m:sSubPr>
                        <m:ctrlP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271F17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271F17"/>
                        </a:solidFill>
                        <a:latin typeface="Cambria Math" panose="02040503050406030204" pitchFamily="18" charset="0"/>
                      </a:rPr>
                      <m:t>ℓ </m:t>
                    </m:r>
                  </m:oMath>
                </a14:m>
                <a:r>
                  <a:rPr lang="en-US" sz="1600" dirty="0">
                    <a:solidFill>
                      <a:srgbClr val="271F17"/>
                    </a:solidFill>
                  </a:rPr>
                  <a:t>- confidence interval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271F17"/>
                        </a:solidFill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err="1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 dirty="0" err="1">
                        <a:solidFill>
                          <a:srgbClr val="271F17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err="1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 dirty="0">
                        <a:solidFill>
                          <a:srgbClr val="271F17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600" dirty="0">
                    <a:solidFill>
                      <a:srgbClr val="271F17"/>
                    </a:solidFill>
                  </a:rPr>
                  <a:t>computation</a:t>
                </a:r>
                <a:endParaRPr lang="en-US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𝑅𝑈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  <a:p>
                <a:pPr algn="ctr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endChr m:val="|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&lt; 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&lt; 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0: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= ℓ</m:t>
                      </m:r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Rectangle 770">
                <a:extLst>
                  <a:ext uri="{FF2B5EF4-FFF2-40B4-BE49-F238E27FC236}">
                    <a16:creationId xmlns:a16="http://schemas.microsoft.com/office/drawing/2014/main" id="{BB684EF9-2952-FFE9-8AD1-F9FB33F6A0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1558" y="3248292"/>
                <a:ext cx="4817456" cy="1026407"/>
              </a:xfrm>
              <a:prstGeom prst="rect">
                <a:avLst/>
              </a:prstGeom>
              <a:blipFill>
                <a:blip r:embed="rId3"/>
                <a:stretch>
                  <a:fillRect t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F33DF0-D3A3-3C29-7C79-907EC99FEAB8}"/>
                  </a:ext>
                </a:extLst>
              </p:cNvPr>
              <p:cNvSpPr txBox="1"/>
              <p:nvPr/>
            </p:nvSpPr>
            <p:spPr>
              <a:xfrm>
                <a:off x="234734" y="2138235"/>
                <a:ext cx="55720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sz="14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b="1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F33DF0-D3A3-3C29-7C79-907EC99FE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734" y="2138235"/>
                <a:ext cx="557202" cy="307777"/>
              </a:xfrm>
              <a:prstGeom prst="rect">
                <a:avLst/>
              </a:prstGeom>
              <a:blipFill>
                <a:blip r:embed="rId4"/>
                <a:stretch>
                  <a:fillRect r="-2666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160 Rectángulo">
            <a:extLst>
              <a:ext uri="{FF2B5EF4-FFF2-40B4-BE49-F238E27FC236}">
                <a16:creationId xmlns:a16="http://schemas.microsoft.com/office/drawing/2014/main" id="{C200B6A8-9A85-6201-3C5B-4919BE69CCB6}"/>
              </a:ext>
            </a:extLst>
          </p:cNvPr>
          <p:cNvSpPr/>
          <p:nvPr/>
        </p:nvSpPr>
        <p:spPr>
          <a:xfrm>
            <a:off x="2285422" y="215597"/>
            <a:ext cx="18629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/>
              <a:t>EOL Particle Filter</a:t>
            </a:r>
          </a:p>
        </p:txBody>
      </p:sp>
      <p:sp>
        <p:nvSpPr>
          <p:cNvPr id="32" name="Rectángulo 719">
            <a:extLst>
              <a:ext uri="{FF2B5EF4-FFF2-40B4-BE49-F238E27FC236}">
                <a16:creationId xmlns:a16="http://schemas.microsoft.com/office/drawing/2014/main" id="{B44B664C-F55D-C64F-40D8-9C8C5E66609D}"/>
              </a:ext>
            </a:extLst>
          </p:cNvPr>
          <p:cNvSpPr/>
          <p:nvPr/>
        </p:nvSpPr>
        <p:spPr>
          <a:xfrm>
            <a:off x="1293519" y="741759"/>
            <a:ext cx="4067268" cy="390292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 cap="flat" cmpd="sng" algn="ctr">
            <a:solidFill>
              <a:schemeClr val="tx1"/>
            </a:solidFill>
            <a:prstDash val="dash"/>
            <a:miter lim="800000"/>
          </a:ln>
          <a:effectLst>
            <a:softEdge rad="12700"/>
          </a:effectLst>
        </p:spPr>
        <p:txBody>
          <a:bodyPr rtlCol="0" anchor="ctr"/>
          <a:lstStyle/>
          <a:p>
            <a:pPr algn="ctr"/>
            <a:endParaRPr lang="en-US" sz="3600" dirty="0">
              <a:solidFill>
                <a:prstClr val="black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Rectángulo 719">
                <a:extLst>
                  <a:ext uri="{FF2B5EF4-FFF2-40B4-BE49-F238E27FC236}">
                    <a16:creationId xmlns:a16="http://schemas.microsoft.com/office/drawing/2014/main" id="{82146088-1A3A-BAC8-A560-1CB1ED7A494F}"/>
                  </a:ext>
                </a:extLst>
              </p:cNvPr>
              <p:cNvSpPr/>
              <p:nvPr/>
            </p:nvSpPr>
            <p:spPr>
              <a:xfrm>
                <a:off x="1832821" y="1048725"/>
                <a:ext cx="2632496" cy="70618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Propagation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acc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𝑛𝑜𝑖𝑠𝑒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8" name="Rectángulo 719">
                <a:extLst>
                  <a:ext uri="{FF2B5EF4-FFF2-40B4-BE49-F238E27FC236}">
                    <a16:creationId xmlns:a16="http://schemas.microsoft.com/office/drawing/2014/main" id="{82146088-1A3A-BAC8-A560-1CB1ED7A49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2821" y="1048725"/>
                <a:ext cx="2632496" cy="706188"/>
              </a:xfrm>
              <a:prstGeom prst="rect">
                <a:avLst/>
              </a:prstGeom>
              <a:blipFill>
                <a:blip r:embed="rId5"/>
                <a:stretch>
                  <a:fillRect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Rectángulo 719">
                <a:extLst>
                  <a:ext uri="{FF2B5EF4-FFF2-40B4-BE49-F238E27FC236}">
                    <a16:creationId xmlns:a16="http://schemas.microsoft.com/office/drawing/2014/main" id="{B0C5784A-CB90-CC48-CEA7-BA59F5753571}"/>
                  </a:ext>
                </a:extLst>
              </p:cNvPr>
              <p:cNvSpPr/>
              <p:nvPr/>
            </p:nvSpPr>
            <p:spPr>
              <a:xfrm>
                <a:off x="1514765" y="2058450"/>
                <a:ext cx="3268608" cy="87277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Aft>
                    <a:spcPts val="600"/>
                  </a:spcAft>
                </a:pPr>
                <a:r>
                  <a:rPr lang="en-US" sz="1600" dirty="0">
                    <a:solidFill>
                      <a:schemeClr val="tx1"/>
                    </a:solidFill>
                  </a:rPr>
                  <a:t>Tempered Correction with prior</a:t>
                </a: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  <m:sup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∝</m:t>
                    </m:r>
                    <m:r>
                      <m:rPr>
                        <m:sty m:val="p"/>
                      </m:rPr>
                      <a:rPr lang="en-US" sz="12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P</m:t>
                    </m:r>
                    <m:sSup>
                      <m:sSup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| </m:t>
                            </m:r>
                            <m:sSubSup>
                              <m:sSubSupPr>
                                <m:ctrlPr>
                                  <a:rPr lang="en-US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𝜅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</m:acc>
                          </m:e>
                          <m:sub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sSubSup>
                          <m:sSubSupPr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d>
                              <m:dPr>
                                <m:ctrlPr>
                                  <a:rPr lang="en-US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sup>
                        </m:sSubSup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𝑝𝑟𝑖𝑜𝑟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5" name="Rectángulo 719">
                <a:extLst>
                  <a:ext uri="{FF2B5EF4-FFF2-40B4-BE49-F238E27FC236}">
                    <a16:creationId xmlns:a16="http://schemas.microsoft.com/office/drawing/2014/main" id="{B0C5784A-CB90-CC48-CEA7-BA59F57535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765" y="2058450"/>
                <a:ext cx="3268608" cy="87277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Rectángulo 719">
                <a:extLst>
                  <a:ext uri="{FF2B5EF4-FFF2-40B4-BE49-F238E27FC236}">
                    <a16:creationId xmlns:a16="http://schemas.microsoft.com/office/drawing/2014/main" id="{138A7EAD-4E82-5A3B-2B26-DE54E83203E9}"/>
                  </a:ext>
                </a:extLst>
              </p:cNvPr>
              <p:cNvSpPr/>
              <p:nvPr/>
            </p:nvSpPr>
            <p:spPr>
              <a:xfrm>
                <a:off x="2064837" y="3159080"/>
                <a:ext cx="2168464" cy="103749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Resampling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 </m:t>
                      </m:r>
                      <m:nary>
                        <m:naryPr>
                          <m:chr m:val="∑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9" name="Rectángulo 719">
                <a:extLst>
                  <a:ext uri="{FF2B5EF4-FFF2-40B4-BE49-F238E27FC236}">
                    <a16:creationId xmlns:a16="http://schemas.microsoft.com/office/drawing/2014/main" id="{138A7EAD-4E82-5A3B-2B26-DE54E8320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4837" y="3159080"/>
                <a:ext cx="2168464" cy="1037495"/>
              </a:xfrm>
              <a:prstGeom prst="rect">
                <a:avLst/>
              </a:prstGeom>
              <a:blipFill>
                <a:blip r:embed="rId7"/>
                <a:stretch>
                  <a:fillRect t="-48193" b="-115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Arrow Connector 582">
            <a:extLst>
              <a:ext uri="{FF2B5EF4-FFF2-40B4-BE49-F238E27FC236}">
                <a16:creationId xmlns:a16="http://schemas.microsoft.com/office/drawing/2014/main" id="{0190F104-0CB6-4F8F-06F1-EC2F7604799C}"/>
              </a:ext>
            </a:extLst>
          </p:cNvPr>
          <p:cNvCxnSpPr>
            <a:cxnSpLocks/>
            <a:stCxn id="75" idx="2"/>
            <a:endCxn id="89" idx="0"/>
          </p:cNvCxnSpPr>
          <p:nvPr/>
        </p:nvCxnSpPr>
        <p:spPr>
          <a:xfrm>
            <a:off x="3149069" y="2931229"/>
            <a:ext cx="0" cy="2278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DD422CF8-DE9C-C884-CACE-1F847ABE3BC7}"/>
              </a:ext>
            </a:extLst>
          </p:cNvPr>
          <p:cNvCxnSpPr>
            <a:cxnSpLocks/>
            <a:stCxn id="54" idx="0"/>
            <a:endCxn id="58" idx="3"/>
          </p:cNvCxnSpPr>
          <p:nvPr/>
        </p:nvCxnSpPr>
        <p:spPr>
          <a:xfrm rot="16200000" flipV="1">
            <a:off x="3831205" y="2035934"/>
            <a:ext cx="1780606" cy="51238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Rectángulo 719">
                <a:extLst>
                  <a:ext uri="{FF2B5EF4-FFF2-40B4-BE49-F238E27FC236}">
                    <a16:creationId xmlns:a16="http://schemas.microsoft.com/office/drawing/2014/main" id="{7AA68EBB-0C2B-C112-A062-1E295F55F948}"/>
                  </a:ext>
                </a:extLst>
              </p:cNvPr>
              <p:cNvSpPr/>
              <p:nvPr/>
            </p:nvSpPr>
            <p:spPr>
              <a:xfrm>
                <a:off x="7000517" y="883431"/>
                <a:ext cx="4399547" cy="184763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Predictive EOL Distribution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0: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nary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𝐸𝑂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0: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0: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nary>
                        <m:naryPr>
                          <m:chr m:val="∑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6" name="Rectángulo 719">
                <a:extLst>
                  <a:ext uri="{FF2B5EF4-FFF2-40B4-BE49-F238E27FC236}">
                    <a16:creationId xmlns:a16="http://schemas.microsoft.com/office/drawing/2014/main" id="{7AA68EBB-0C2B-C112-A062-1E295F55F9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517" y="883431"/>
                <a:ext cx="4399547" cy="1847634"/>
              </a:xfrm>
              <a:prstGeom prst="rect">
                <a:avLst/>
              </a:prstGeom>
              <a:blipFill>
                <a:blip r:embed="rId8"/>
                <a:stretch>
                  <a:fillRect t="-23810" b="-6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80D78E3F-E0D5-19D1-4772-A8B4BD2A22D3}"/>
                  </a:ext>
                </a:extLst>
              </p:cNvPr>
              <p:cNvSpPr txBox="1"/>
              <p:nvPr/>
            </p:nvSpPr>
            <p:spPr>
              <a:xfrm>
                <a:off x="4233301" y="3728065"/>
                <a:ext cx="879514" cy="4374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e>
                        <m:sub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80D78E3F-E0D5-19D1-4772-A8B4BD2A2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3301" y="3728065"/>
                <a:ext cx="879514" cy="43746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5CACAE7-5DD6-D446-EDE9-63D161977D64}"/>
                  </a:ext>
                </a:extLst>
              </p:cNvPr>
              <p:cNvSpPr txBox="1"/>
              <p:nvPr/>
            </p:nvSpPr>
            <p:spPr>
              <a:xfrm>
                <a:off x="4491665" y="964355"/>
                <a:ext cx="879514" cy="4374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e>
                        <m:sub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5CACAE7-5DD6-D446-EDE9-63D161977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1665" y="964355"/>
                <a:ext cx="879514" cy="43746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Connector: Elbow 15">
            <a:extLst>
              <a:ext uri="{FF2B5EF4-FFF2-40B4-BE49-F238E27FC236}">
                <a16:creationId xmlns:a16="http://schemas.microsoft.com/office/drawing/2014/main" id="{0A5C063B-8681-BF18-0F33-9B2BAE5EB245}"/>
              </a:ext>
            </a:extLst>
          </p:cNvPr>
          <p:cNvCxnSpPr>
            <a:cxnSpLocks/>
            <a:stCxn id="75" idx="3"/>
            <a:endCxn id="116" idx="1"/>
          </p:cNvCxnSpPr>
          <p:nvPr/>
        </p:nvCxnSpPr>
        <p:spPr>
          <a:xfrm flipV="1">
            <a:off x="4783376" y="1807251"/>
            <a:ext cx="2217141" cy="68758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C8EAB311-0998-4D60-9444-682B38FA7C9C}"/>
              </a:ext>
            </a:extLst>
          </p:cNvPr>
          <p:cNvCxnSpPr>
            <a:cxnSpLocks/>
            <a:stCxn id="7" idx="6"/>
            <a:endCxn id="58" idx="1"/>
          </p:cNvCxnSpPr>
          <p:nvPr/>
        </p:nvCxnSpPr>
        <p:spPr>
          <a:xfrm flipV="1">
            <a:off x="316972" y="1401819"/>
            <a:ext cx="1515849" cy="10930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582">
            <a:extLst>
              <a:ext uri="{FF2B5EF4-FFF2-40B4-BE49-F238E27FC236}">
                <a16:creationId xmlns:a16="http://schemas.microsoft.com/office/drawing/2014/main" id="{6E810BC3-66B3-F66F-581B-85419F0BD5C5}"/>
              </a:ext>
            </a:extLst>
          </p:cNvPr>
          <p:cNvCxnSpPr>
            <a:cxnSpLocks/>
            <a:stCxn id="7" idx="6"/>
            <a:endCxn id="75" idx="1"/>
          </p:cNvCxnSpPr>
          <p:nvPr/>
        </p:nvCxnSpPr>
        <p:spPr>
          <a:xfrm>
            <a:off x="316972" y="2494839"/>
            <a:ext cx="1197793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582">
            <a:extLst>
              <a:ext uri="{FF2B5EF4-FFF2-40B4-BE49-F238E27FC236}">
                <a16:creationId xmlns:a16="http://schemas.microsoft.com/office/drawing/2014/main" id="{E5314172-9F28-1B83-E383-5B19893B42E4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149069" y="1754913"/>
            <a:ext cx="0" cy="3035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582">
            <a:extLst>
              <a:ext uri="{FF2B5EF4-FFF2-40B4-BE49-F238E27FC236}">
                <a16:creationId xmlns:a16="http://schemas.microsoft.com/office/drawing/2014/main" id="{FC160D0E-65B7-B65C-4F61-595F464E491F}"/>
              </a:ext>
            </a:extLst>
          </p:cNvPr>
          <p:cNvCxnSpPr>
            <a:cxnSpLocks/>
            <a:stCxn id="116" idx="2"/>
            <a:endCxn id="18" idx="0"/>
          </p:cNvCxnSpPr>
          <p:nvPr/>
        </p:nvCxnSpPr>
        <p:spPr>
          <a:xfrm flipH="1">
            <a:off x="9200286" y="2731065"/>
            <a:ext cx="2" cy="5172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160 Rectángulo">
            <a:extLst>
              <a:ext uri="{FF2B5EF4-FFF2-40B4-BE49-F238E27FC236}">
                <a16:creationId xmlns:a16="http://schemas.microsoft.com/office/drawing/2014/main" id="{6C494B3A-5DDA-2012-725E-32AF2E6B8E45}"/>
              </a:ext>
            </a:extLst>
          </p:cNvPr>
          <p:cNvSpPr/>
          <p:nvPr/>
        </p:nvSpPr>
        <p:spPr>
          <a:xfrm>
            <a:off x="8375865" y="187057"/>
            <a:ext cx="16488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/>
              <a:t>RUL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2359FC-0EBE-DA01-C687-1F91C3A74601}"/>
                  </a:ext>
                </a:extLst>
              </p:cNvPr>
              <p:cNvSpPr txBox="1"/>
              <p:nvPr/>
            </p:nvSpPr>
            <p:spPr>
              <a:xfrm>
                <a:off x="5397734" y="1356978"/>
                <a:ext cx="1240603" cy="549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05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105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050" dirty="0"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sup>
                                  </m:sSubSup>
                                  <m:r>
                                    <a:rPr lang="en-US" sz="1050" i="1" dirty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</m:oMath>
                  </m:oMathPara>
                </a14:m>
                <a:endParaRPr lang="en-US" sz="1050" dirty="0"/>
              </a:p>
              <a:p>
                <a:endParaRPr lang="en-US" sz="105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2359FC-0EBE-DA01-C687-1F91C3A74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734" y="1356978"/>
                <a:ext cx="1240603" cy="54970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Rectangle 53">
            <a:extLst>
              <a:ext uri="{FF2B5EF4-FFF2-40B4-BE49-F238E27FC236}">
                <a16:creationId xmlns:a16="http://schemas.microsoft.com/office/drawing/2014/main" id="{09A2C17F-FD9D-4CF0-F361-73658439A56B}"/>
              </a:ext>
            </a:extLst>
          </p:cNvPr>
          <p:cNvSpPr/>
          <p:nvPr/>
        </p:nvSpPr>
        <p:spPr>
          <a:xfrm>
            <a:off x="4798277" y="3182425"/>
            <a:ext cx="358847" cy="804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19B71A3A-C410-A749-5B0F-9701EED89A18}"/>
              </a:ext>
            </a:extLst>
          </p:cNvPr>
          <p:cNvCxnSpPr>
            <a:cxnSpLocks/>
            <a:stCxn id="89" idx="3"/>
            <a:endCxn id="54" idx="2"/>
          </p:cNvCxnSpPr>
          <p:nvPr/>
        </p:nvCxnSpPr>
        <p:spPr>
          <a:xfrm flipV="1">
            <a:off x="4233304" y="3262895"/>
            <a:ext cx="744397" cy="414930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0F74141-6F2F-17E4-9D33-8DB4CB2DF98E}"/>
              </a:ext>
            </a:extLst>
          </p:cNvPr>
          <p:cNvCxnSpPr/>
          <p:nvPr/>
        </p:nvCxnSpPr>
        <p:spPr>
          <a:xfrm flipH="1">
            <a:off x="4818594" y="3180465"/>
            <a:ext cx="28448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BBD5FC5D-D32F-F781-09E9-AF7537BB9140}"/>
              </a:ext>
            </a:extLst>
          </p:cNvPr>
          <p:cNvCxnSpPr/>
          <p:nvPr/>
        </p:nvCxnSpPr>
        <p:spPr>
          <a:xfrm flipH="1">
            <a:off x="4818594" y="3248289"/>
            <a:ext cx="28448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C207E30-9360-F2D5-21A5-62F3C8FAFD03}"/>
              </a:ext>
            </a:extLst>
          </p:cNvPr>
          <p:cNvSpPr/>
          <p:nvPr/>
        </p:nvSpPr>
        <p:spPr>
          <a:xfrm>
            <a:off x="235139" y="2454652"/>
            <a:ext cx="81833" cy="80373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59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31403</TotalTime>
  <Words>87</Words>
  <Application>Microsoft Macintosh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Cambria Math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Diaz Gonzalez, Abel</dc:creator>
  <cp:lastModifiedBy>Diaz Gonzalez, Abel</cp:lastModifiedBy>
  <cp:revision>73</cp:revision>
  <dcterms:created xsi:type="dcterms:W3CDTF">2023-04-24T07:22:51Z</dcterms:created>
  <dcterms:modified xsi:type="dcterms:W3CDTF">2026-03-14T01:18:16Z</dcterms:modified>
</cp:coreProperties>
</file>