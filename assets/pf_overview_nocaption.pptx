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3"/>
  </p:notesMasterIdLst>
  <p:sldIdLst>
    <p:sldId id="446" r:id="rId2"/>
  </p:sldIdLst>
  <p:sldSz cx="121920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89CD07-4319-6ABF-FCA2-709A48D1265C}" name="Diaz Gonzalez, Abel" initials="AD" userId="S::abel.diaz.gonzalez@vanderbilt.edu::35d0b763-d6c0-48e6-9203-92eb85478cb6" providerId="AD"/>
  <p188:author id="{B62295ED-20F8-769B-3464-A268E377FDCB}" name="Quinones Grueiro, Marcos" initials="MQ" userId="S::marcos.quinones.grueiro@vanderbilt.edu::536cb631-8b62-4de7-ba32-edf7a1ad6d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F17"/>
    <a:srgbClr val="C3A689"/>
    <a:srgbClr val="A7825C"/>
    <a:srgbClr val="967146"/>
    <a:srgbClr val="564534"/>
    <a:srgbClr val="5E4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19" autoAdjust="0"/>
    <p:restoredTop sz="86477"/>
  </p:normalViewPr>
  <p:slideViewPr>
    <p:cSldViewPr snapToGrid="0">
      <p:cViewPr varScale="1">
        <p:scale>
          <a:sx n="176" d="100"/>
          <a:sy n="176" d="100"/>
        </p:scale>
        <p:origin x="232" y="272"/>
      </p:cViewPr>
      <p:guideLst>
        <p:guide orient="horz" pos="15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309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859D8-B66A-47F9-B914-23B1751CA91A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311150" y="1143000"/>
            <a:ext cx="74803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4BD73-FC65-4FE7-9E21-0975921F3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2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6268A-BE85-B881-888C-DC9DA622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38737-DCAB-D2B9-FFA9-D4D84E320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11150" y="1143000"/>
            <a:ext cx="74803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1B941-F48C-A988-1CDD-DBEC4B604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FE392-8A12-70A2-8006-B73AC44A9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4BD73-FC65-4FE7-9E21-0975921F30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25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1495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02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93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65607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75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09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245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37055"/>
            <a:ext cx="51577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37055"/>
            <a:ext cx="518318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45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519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673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227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2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981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8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8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433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8792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61324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232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8079-EB80-CF7D-B36A-149C4865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719">
            <a:extLst>
              <a:ext uri="{FF2B5EF4-FFF2-40B4-BE49-F238E27FC236}">
                <a16:creationId xmlns:a16="http://schemas.microsoft.com/office/drawing/2014/main" id="{D6660E8E-023F-C3F1-1F68-C91D2D7C4A0E}"/>
              </a:ext>
            </a:extLst>
          </p:cNvPr>
          <p:cNvSpPr/>
          <p:nvPr/>
        </p:nvSpPr>
        <p:spPr>
          <a:xfrm>
            <a:off x="6637197" y="736140"/>
            <a:ext cx="5126182" cy="3902921"/>
          </a:xfrm>
          <a:prstGeom prst="rect">
            <a:avLst/>
          </a:prstGeom>
          <a:solidFill>
            <a:schemeClr val="bg1">
              <a:lumMod val="95000"/>
              <a:alpha val="95000"/>
            </a:schemeClr>
          </a:solidFill>
          <a:ln w="25400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>
            <a:softEdge rad="12700"/>
          </a:effectLst>
        </p:spPr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770">
                <a:extLst>
                  <a:ext uri="{FF2B5EF4-FFF2-40B4-BE49-F238E27FC236}">
                    <a16:creationId xmlns:a16="http://schemas.microsoft.com/office/drawing/2014/main" id="{BB684EF9-2952-FFE9-8AD1-F9FB33F6A09A}"/>
                  </a:ext>
                </a:extLst>
              </p:cNvPr>
              <p:cNvSpPr/>
              <p:nvPr/>
            </p:nvSpPr>
            <p:spPr>
              <a:xfrm>
                <a:off x="6791558" y="3248292"/>
                <a:ext cx="4817456" cy="10264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𝑅𝑈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271F17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ℓ </m:t>
                    </m:r>
                  </m:oMath>
                </a14:m>
                <a:r>
                  <a:rPr lang="en-US" sz="1600" dirty="0">
                    <a:solidFill>
                      <a:srgbClr val="271F17"/>
                    </a:solidFill>
                  </a:rPr>
                  <a:t>- confidence interval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err="1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 dirty="0" err="1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err="1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 dirty="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rgbClr val="271F17"/>
                    </a:solidFill>
                  </a:rPr>
                  <a:t> computation</a:t>
                </a:r>
                <a:endParaRPr lang="en-US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𝑅𝑈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𝐸𝑂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endChr m:val="|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&lt; </m:t>
                          </m:r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&lt; </m:t>
                          </m:r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= ℓ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Rectangle 770">
                <a:extLst>
                  <a:ext uri="{FF2B5EF4-FFF2-40B4-BE49-F238E27FC236}">
                    <a16:creationId xmlns:a16="http://schemas.microsoft.com/office/drawing/2014/main" id="{BB684EF9-2952-FFE9-8AD1-F9FB33F6A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558" y="3248292"/>
                <a:ext cx="4817456" cy="1026407"/>
              </a:xfrm>
              <a:prstGeom prst="rect">
                <a:avLst/>
              </a:prstGeom>
              <a:blipFill>
                <a:blip r:embed="rId3"/>
                <a:stretch>
                  <a:fillRect t="-12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F33DF0-D3A3-3C29-7C79-907EC99FEAB8}"/>
                  </a:ext>
                </a:extLst>
              </p:cNvPr>
              <p:cNvSpPr txBox="1"/>
              <p:nvPr/>
            </p:nvSpPr>
            <p:spPr>
              <a:xfrm>
                <a:off x="234734" y="2138235"/>
                <a:ext cx="55720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1" i="1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1400" b="1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F33DF0-D3A3-3C29-7C79-907EC99FE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34" y="2138235"/>
                <a:ext cx="557202" cy="307777"/>
              </a:xfrm>
              <a:prstGeom prst="rect">
                <a:avLst/>
              </a:prstGeom>
              <a:blipFill>
                <a:blip r:embed="rId4"/>
                <a:stretch>
                  <a:fillRect r="-2666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160 Rectángulo">
            <a:extLst>
              <a:ext uri="{FF2B5EF4-FFF2-40B4-BE49-F238E27FC236}">
                <a16:creationId xmlns:a16="http://schemas.microsoft.com/office/drawing/2014/main" id="{C200B6A8-9A85-6201-3C5B-4919BE69CCB6}"/>
              </a:ext>
            </a:extLst>
          </p:cNvPr>
          <p:cNvSpPr/>
          <p:nvPr/>
        </p:nvSpPr>
        <p:spPr>
          <a:xfrm>
            <a:off x="2285422" y="215597"/>
            <a:ext cx="1862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EOL Particle Filter</a:t>
            </a:r>
          </a:p>
        </p:txBody>
      </p:sp>
      <p:sp>
        <p:nvSpPr>
          <p:cNvPr id="32" name="Rectángulo 719">
            <a:extLst>
              <a:ext uri="{FF2B5EF4-FFF2-40B4-BE49-F238E27FC236}">
                <a16:creationId xmlns:a16="http://schemas.microsoft.com/office/drawing/2014/main" id="{B44B664C-F55D-C64F-40D8-9C8C5E66609D}"/>
              </a:ext>
            </a:extLst>
          </p:cNvPr>
          <p:cNvSpPr/>
          <p:nvPr/>
        </p:nvSpPr>
        <p:spPr>
          <a:xfrm>
            <a:off x="1293519" y="741759"/>
            <a:ext cx="4067268" cy="3902921"/>
          </a:xfrm>
          <a:prstGeom prst="rect">
            <a:avLst/>
          </a:prstGeom>
          <a:solidFill>
            <a:schemeClr val="bg1">
              <a:lumMod val="95000"/>
              <a:alpha val="95000"/>
            </a:schemeClr>
          </a:solidFill>
          <a:ln w="25400" cap="flat" cmpd="sng" algn="ctr">
            <a:solidFill>
              <a:schemeClr val="bg1">
                <a:lumMod val="75000"/>
              </a:schemeClr>
            </a:solidFill>
            <a:prstDash val="dash"/>
            <a:miter lim="800000"/>
          </a:ln>
          <a:effectLst>
            <a:softEdge rad="12700"/>
          </a:effectLst>
        </p:spPr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ángulo 719">
                <a:extLst>
                  <a:ext uri="{FF2B5EF4-FFF2-40B4-BE49-F238E27FC236}">
                    <a16:creationId xmlns:a16="http://schemas.microsoft.com/office/drawing/2014/main" id="{82146088-1A3A-BAC8-A560-1CB1ED7A494F}"/>
                  </a:ext>
                </a:extLst>
              </p:cNvPr>
              <p:cNvSpPr/>
              <p:nvPr/>
            </p:nvSpPr>
            <p:spPr>
              <a:xfrm>
                <a:off x="1832821" y="1048725"/>
                <a:ext cx="2632496" cy="70618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tx1"/>
                    </a:solidFill>
                  </a:rPr>
                  <a:t>Propagation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acc>
                        </m:e>
                        <m: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Σ</m:t>
                              </m:r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𝑛𝑜𝑖𝑠𝑒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8" name="Rectángulo 719">
                <a:extLst>
                  <a:ext uri="{FF2B5EF4-FFF2-40B4-BE49-F238E27FC236}">
                    <a16:creationId xmlns:a16="http://schemas.microsoft.com/office/drawing/2014/main" id="{82146088-1A3A-BAC8-A560-1CB1ED7A49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2821" y="1048725"/>
                <a:ext cx="2632496" cy="706188"/>
              </a:xfrm>
              <a:prstGeom prst="rect">
                <a:avLst/>
              </a:prstGeom>
              <a:blipFill>
                <a:blip r:embed="rId5"/>
                <a:stretch>
                  <a:fillRect t="-35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Rectángulo 719">
                <a:extLst>
                  <a:ext uri="{FF2B5EF4-FFF2-40B4-BE49-F238E27FC236}">
                    <a16:creationId xmlns:a16="http://schemas.microsoft.com/office/drawing/2014/main" id="{B0C5784A-CB90-CC48-CEA7-BA59F5753571}"/>
                  </a:ext>
                </a:extLst>
              </p:cNvPr>
              <p:cNvSpPr/>
              <p:nvPr/>
            </p:nvSpPr>
            <p:spPr>
              <a:xfrm>
                <a:off x="1514765" y="2058450"/>
                <a:ext cx="3268608" cy="85135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tx1"/>
                    </a:solidFill>
                  </a:rPr>
                  <a:t>Tempered Correction with prior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  <m:sup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bSup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∝</m:t>
                    </m:r>
                    <m:r>
                      <m:rPr>
                        <m:sty m:val="p"/>
                      </m:rPr>
                      <a:rPr lang="en-US" sz="12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sSup>
                      <m:sSup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sub>
                            </m:sSub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| </m:t>
                            </m:r>
                            <m:sSubSup>
                              <m:sSubSupPr>
                                <m:ctrlP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̃"/>
                                    <m:ctrlPr>
                                      <a:rPr lang="en-US" sz="1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𝜙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1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2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𝜅</m:t>
                        </m:r>
                      </m:sup>
                    </m:sSup>
                  </m:oMath>
                </a14:m>
                <a:r>
                  <a:rPr lang="en-US" sz="12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2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acc>
                              <m:accPr>
                                <m:chr m:val="̃"/>
                                <m:ctrlP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</m:acc>
                          </m:e>
                          <m:sub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  <m:sup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bSup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Sup>
                          <m:sSubSupPr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d>
                              <m:dPr>
                                <m:ctrlP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2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bSup>
                        <m:r>
                          <a:rPr lang="en-US" sz="12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US" sz="12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𝑝𝑟𝑖𝑜𝑟</m:t>
                            </m:r>
                          </m:sub>
                        </m:sSub>
                      </m:e>
                    </m:d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75" name="Rectángulo 719">
                <a:extLst>
                  <a:ext uri="{FF2B5EF4-FFF2-40B4-BE49-F238E27FC236}">
                    <a16:creationId xmlns:a16="http://schemas.microsoft.com/office/drawing/2014/main" id="{B0C5784A-CB90-CC48-CEA7-BA59F57535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765" y="2058450"/>
                <a:ext cx="3268608" cy="8513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9" name="Rectángulo 719">
                <a:extLst>
                  <a:ext uri="{FF2B5EF4-FFF2-40B4-BE49-F238E27FC236}">
                    <a16:creationId xmlns:a16="http://schemas.microsoft.com/office/drawing/2014/main" id="{138A7EAD-4E82-5A3B-2B26-DE54E83203E9}"/>
                  </a:ext>
                </a:extLst>
              </p:cNvPr>
              <p:cNvSpPr/>
              <p:nvPr/>
            </p:nvSpPr>
            <p:spPr>
              <a:xfrm>
                <a:off x="2064837" y="3159080"/>
                <a:ext cx="2168464" cy="10374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Aft>
                    <a:spcPts val="600"/>
                  </a:spcAft>
                </a:pPr>
                <a:r>
                  <a:rPr lang="en-US" sz="1600" dirty="0">
                    <a:solidFill>
                      <a:schemeClr val="tx1"/>
                    </a:solidFill>
                  </a:rPr>
                  <a:t>Resampling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 </m:t>
                      </m:r>
                      <m:nary>
                        <m:naryPr>
                          <m:chr m:val="∑"/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sSub>
                        <m:sSub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Sup>
                            <m:sSubSup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9" name="Rectángulo 719">
                <a:extLst>
                  <a:ext uri="{FF2B5EF4-FFF2-40B4-BE49-F238E27FC236}">
                    <a16:creationId xmlns:a16="http://schemas.microsoft.com/office/drawing/2014/main" id="{138A7EAD-4E82-5A3B-2B26-DE54E8320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837" y="3159080"/>
                <a:ext cx="2168464" cy="1037495"/>
              </a:xfrm>
              <a:prstGeom prst="rect">
                <a:avLst/>
              </a:prstGeom>
              <a:blipFill>
                <a:blip r:embed="rId7"/>
                <a:stretch>
                  <a:fillRect t="-28916" b="-10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Arrow Connector 582">
            <a:extLst>
              <a:ext uri="{FF2B5EF4-FFF2-40B4-BE49-F238E27FC236}">
                <a16:creationId xmlns:a16="http://schemas.microsoft.com/office/drawing/2014/main" id="{0190F104-0CB6-4F8F-06F1-EC2F7604799C}"/>
              </a:ext>
            </a:extLst>
          </p:cNvPr>
          <p:cNvCxnSpPr>
            <a:cxnSpLocks/>
            <a:stCxn id="75" idx="2"/>
            <a:endCxn id="89" idx="0"/>
          </p:cNvCxnSpPr>
          <p:nvPr/>
        </p:nvCxnSpPr>
        <p:spPr>
          <a:xfrm>
            <a:off x="3149069" y="2909801"/>
            <a:ext cx="0" cy="2492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DD422CF8-DE9C-C884-CACE-1F847ABE3BC7}"/>
              </a:ext>
            </a:extLst>
          </p:cNvPr>
          <p:cNvCxnSpPr>
            <a:cxnSpLocks/>
            <a:stCxn id="54" idx="0"/>
            <a:endCxn id="58" idx="3"/>
          </p:cNvCxnSpPr>
          <p:nvPr/>
        </p:nvCxnSpPr>
        <p:spPr>
          <a:xfrm rot="16200000" flipV="1">
            <a:off x="3831205" y="2035934"/>
            <a:ext cx="1780606" cy="512381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Rectángulo 719">
                <a:extLst>
                  <a:ext uri="{FF2B5EF4-FFF2-40B4-BE49-F238E27FC236}">
                    <a16:creationId xmlns:a16="http://schemas.microsoft.com/office/drawing/2014/main" id="{7AA68EBB-0C2B-C112-A062-1E295F55F948}"/>
                  </a:ext>
                </a:extLst>
              </p:cNvPr>
              <p:cNvSpPr/>
              <p:nvPr/>
            </p:nvSpPr>
            <p:spPr>
              <a:xfrm>
                <a:off x="7001084" y="955111"/>
                <a:ext cx="4399547" cy="165159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spcBef>
                    <a:spcPts val="600"/>
                  </a:spcBef>
                </a:pPr>
                <a:r>
                  <a:rPr lang="en-US" sz="1600" dirty="0">
                    <a:solidFill>
                      <a:schemeClr val="tx1"/>
                    </a:solidFill>
                  </a:rPr>
                  <a:t>Predictive EOL Distribution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𝐸𝑂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]≈</m:t>
                      </m:r>
                      <m:nary>
                        <m:naryPr>
                          <m:chr m:val="∑"/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sz="1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4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1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16" name="Rectángulo 719">
                <a:extLst>
                  <a:ext uri="{FF2B5EF4-FFF2-40B4-BE49-F238E27FC236}">
                    <a16:creationId xmlns:a16="http://schemas.microsoft.com/office/drawing/2014/main" id="{7AA68EBB-0C2B-C112-A062-1E295F55F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1084" y="955111"/>
                <a:ext cx="4399547" cy="1651594"/>
              </a:xfrm>
              <a:prstGeom prst="rect">
                <a:avLst/>
              </a:prstGeom>
              <a:blipFill>
                <a:blip r:embed="rId8"/>
                <a:stretch>
                  <a:fillRect t="-19697" b="-598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0D78E3F-E0D5-19D1-4772-A8B4BD2A22D3}"/>
                  </a:ext>
                </a:extLst>
              </p:cNvPr>
              <p:cNvSpPr txBox="1"/>
              <p:nvPr/>
            </p:nvSpPr>
            <p:spPr>
              <a:xfrm>
                <a:off x="4233301" y="3728065"/>
                <a:ext cx="879514" cy="437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0D78E3F-E0D5-19D1-4772-A8B4BD2A2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3301" y="3728065"/>
                <a:ext cx="879514" cy="4374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5CACAE7-5DD6-D446-EDE9-63D161977D64}"/>
                  </a:ext>
                </a:extLst>
              </p:cNvPr>
              <p:cNvSpPr txBox="1"/>
              <p:nvPr/>
            </p:nvSpPr>
            <p:spPr>
              <a:xfrm>
                <a:off x="4491665" y="964355"/>
                <a:ext cx="879514" cy="437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5CACAE7-5DD6-D446-EDE9-63D161977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665" y="964355"/>
                <a:ext cx="879514" cy="4374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Connector: Elbow 15">
            <a:extLst>
              <a:ext uri="{FF2B5EF4-FFF2-40B4-BE49-F238E27FC236}">
                <a16:creationId xmlns:a16="http://schemas.microsoft.com/office/drawing/2014/main" id="{0A5C063B-8681-BF18-0F33-9B2BAE5EB245}"/>
              </a:ext>
            </a:extLst>
          </p:cNvPr>
          <p:cNvCxnSpPr>
            <a:cxnSpLocks/>
            <a:stCxn id="75" idx="3"/>
            <a:endCxn id="116" idx="1"/>
          </p:cNvCxnSpPr>
          <p:nvPr/>
        </p:nvCxnSpPr>
        <p:spPr>
          <a:xfrm flipV="1">
            <a:off x="4783373" y="1780908"/>
            <a:ext cx="2217711" cy="70321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8EAB311-0998-4D60-9444-682B38FA7C9C}"/>
              </a:ext>
            </a:extLst>
          </p:cNvPr>
          <p:cNvCxnSpPr>
            <a:cxnSpLocks/>
            <a:stCxn id="7" idx="6"/>
            <a:endCxn id="58" idx="1"/>
          </p:cNvCxnSpPr>
          <p:nvPr/>
        </p:nvCxnSpPr>
        <p:spPr>
          <a:xfrm flipV="1">
            <a:off x="316972" y="1401819"/>
            <a:ext cx="1515849" cy="107639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582">
            <a:extLst>
              <a:ext uri="{FF2B5EF4-FFF2-40B4-BE49-F238E27FC236}">
                <a16:creationId xmlns:a16="http://schemas.microsoft.com/office/drawing/2014/main" id="{6E810BC3-66B3-F66F-581B-85419F0BD5C5}"/>
              </a:ext>
            </a:extLst>
          </p:cNvPr>
          <p:cNvCxnSpPr>
            <a:cxnSpLocks/>
            <a:stCxn id="7" idx="6"/>
            <a:endCxn id="75" idx="1"/>
          </p:cNvCxnSpPr>
          <p:nvPr/>
        </p:nvCxnSpPr>
        <p:spPr>
          <a:xfrm>
            <a:off x="316972" y="2478213"/>
            <a:ext cx="1197793" cy="5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582">
            <a:extLst>
              <a:ext uri="{FF2B5EF4-FFF2-40B4-BE49-F238E27FC236}">
                <a16:creationId xmlns:a16="http://schemas.microsoft.com/office/drawing/2014/main" id="{E5314172-9F28-1B83-E383-5B19893B42E4}"/>
              </a:ext>
            </a:extLst>
          </p:cNvPr>
          <p:cNvCxnSpPr>
            <a:cxnSpLocks/>
            <a:stCxn id="58" idx="2"/>
            <a:endCxn id="75" idx="0"/>
          </p:cNvCxnSpPr>
          <p:nvPr/>
        </p:nvCxnSpPr>
        <p:spPr>
          <a:xfrm>
            <a:off x="3149069" y="1754913"/>
            <a:ext cx="0" cy="3035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582">
            <a:extLst>
              <a:ext uri="{FF2B5EF4-FFF2-40B4-BE49-F238E27FC236}">
                <a16:creationId xmlns:a16="http://schemas.microsoft.com/office/drawing/2014/main" id="{FC160D0E-65B7-B65C-4F61-595F464E491F}"/>
              </a:ext>
            </a:extLst>
          </p:cNvPr>
          <p:cNvCxnSpPr>
            <a:cxnSpLocks/>
            <a:stCxn id="116" idx="2"/>
            <a:endCxn id="18" idx="0"/>
          </p:cNvCxnSpPr>
          <p:nvPr/>
        </p:nvCxnSpPr>
        <p:spPr>
          <a:xfrm flipH="1">
            <a:off x="9200286" y="2606705"/>
            <a:ext cx="572" cy="6415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60 Rectángulo">
            <a:extLst>
              <a:ext uri="{FF2B5EF4-FFF2-40B4-BE49-F238E27FC236}">
                <a16:creationId xmlns:a16="http://schemas.microsoft.com/office/drawing/2014/main" id="{6C494B3A-5DDA-2012-725E-32AF2E6B8E45}"/>
              </a:ext>
            </a:extLst>
          </p:cNvPr>
          <p:cNvSpPr/>
          <p:nvPr/>
        </p:nvSpPr>
        <p:spPr>
          <a:xfrm>
            <a:off x="8375865" y="187057"/>
            <a:ext cx="1648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RUL Prediction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2359FC-0EBE-DA01-C687-1F91C3A74601}"/>
                  </a:ext>
                </a:extLst>
              </p:cNvPr>
              <p:cNvSpPr txBox="1"/>
              <p:nvPr/>
            </p:nvSpPr>
            <p:spPr>
              <a:xfrm>
                <a:off x="5436431" y="1355233"/>
                <a:ext cx="1240603" cy="549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5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05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05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sz="105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05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1050" dirty="0"/>
              </a:p>
              <a:p>
                <a:endParaRPr lang="en-US" sz="105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2359FC-0EBE-DA01-C687-1F91C3A74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6431" y="1355233"/>
                <a:ext cx="1240603" cy="54970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Rectangle 53">
            <a:extLst>
              <a:ext uri="{FF2B5EF4-FFF2-40B4-BE49-F238E27FC236}">
                <a16:creationId xmlns:a16="http://schemas.microsoft.com/office/drawing/2014/main" id="{09A2C17F-FD9D-4CF0-F361-73658439A56B}"/>
              </a:ext>
            </a:extLst>
          </p:cNvPr>
          <p:cNvSpPr/>
          <p:nvPr/>
        </p:nvSpPr>
        <p:spPr>
          <a:xfrm>
            <a:off x="4798277" y="3182425"/>
            <a:ext cx="358847" cy="80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19B71A3A-C410-A749-5B0F-9701EED89A18}"/>
              </a:ext>
            </a:extLst>
          </p:cNvPr>
          <p:cNvCxnSpPr>
            <a:cxnSpLocks/>
            <a:stCxn id="89" idx="3"/>
            <a:endCxn id="54" idx="2"/>
          </p:cNvCxnSpPr>
          <p:nvPr/>
        </p:nvCxnSpPr>
        <p:spPr>
          <a:xfrm flipV="1">
            <a:off x="4233304" y="3262895"/>
            <a:ext cx="744397" cy="414930"/>
          </a:xfrm>
          <a:prstGeom prst="bentConnector2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0F74141-6F2F-17E4-9D33-8DB4CB2DF98E}"/>
              </a:ext>
            </a:extLst>
          </p:cNvPr>
          <p:cNvCxnSpPr/>
          <p:nvPr/>
        </p:nvCxnSpPr>
        <p:spPr>
          <a:xfrm flipH="1">
            <a:off x="4818594" y="3180465"/>
            <a:ext cx="28448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BBD5FC5D-D32F-F781-09E9-AF7537BB9140}"/>
              </a:ext>
            </a:extLst>
          </p:cNvPr>
          <p:cNvCxnSpPr/>
          <p:nvPr/>
        </p:nvCxnSpPr>
        <p:spPr>
          <a:xfrm flipH="1">
            <a:off x="4818594" y="3248289"/>
            <a:ext cx="284480" cy="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BC207E30-9360-F2D5-21A5-62F3C8FAFD03}"/>
              </a:ext>
            </a:extLst>
          </p:cNvPr>
          <p:cNvSpPr/>
          <p:nvPr/>
        </p:nvSpPr>
        <p:spPr>
          <a:xfrm>
            <a:off x="235139" y="2438026"/>
            <a:ext cx="81833" cy="80373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259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31414</TotalTime>
  <Words>87</Words>
  <Application>Microsoft Macintosh PowerPoint</Application>
  <PresentationFormat>Custom</PresentationFormat>
  <Paragraphs>19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Diaz Gonzalez, Abel</dc:creator>
  <cp:lastModifiedBy>Diaz Gonzalez, Abel</cp:lastModifiedBy>
  <cp:revision>74</cp:revision>
  <dcterms:created xsi:type="dcterms:W3CDTF">2023-04-24T07:22:51Z</dcterms:created>
  <dcterms:modified xsi:type="dcterms:W3CDTF">2026-03-14T18:54:50Z</dcterms:modified>
</cp:coreProperties>
</file>