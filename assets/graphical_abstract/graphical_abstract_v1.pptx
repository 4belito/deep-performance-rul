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4"/>
  </p:sldMasterIdLst>
  <p:notesMasterIdLst>
    <p:notesMasterId r:id="rId6"/>
  </p:notesMasterIdLst>
  <p:sldIdLst>
    <p:sldId id="321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760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78DF"/>
    <a:srgbClr val="CACBCC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FEA419B-BCDB-4C27-8AB2-1E94C2BD932B}">
  <a:tblStyle styleId="{BFEA419B-BCDB-4C27-8AB2-1E94C2BD932B}" styleName="Elsevier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12700" cmpd="sng">
              <a:solidFill>
                <a:srgbClr val="DCDCDD"/>
              </a:solidFill>
            </a:ln>
          </a:bottom>
          <a:insideH>
            <a:ln w="12700" cmpd="sng">
              <a:solidFill>
                <a:srgbClr val="DCDCDD"/>
              </a:solidFill>
            </a:ln>
          </a:insideH>
          <a:insideV>
            <a:ln w="0" cmpd="sng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27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dk1"/>
      </a:tcTxStyle>
      <a:tcStyle>
        <a:tcBdr>
          <a:bottom>
            <a:ln w="12700" cmpd="sng">
              <a:solidFill>
                <a:srgbClr val="FF6C00"/>
              </a:solidFill>
            </a:ln>
          </a:bottom>
        </a:tcBdr>
        <a:fill>
          <a:solidFill>
            <a:schemeClr val="l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3" autoAdjust="0"/>
    <p:restoredTop sz="95740"/>
  </p:normalViewPr>
  <p:slideViewPr>
    <p:cSldViewPr snapToGrid="0" showGuides="1">
      <p:cViewPr varScale="1">
        <p:scale>
          <a:sx n="206" d="100"/>
          <a:sy n="206" d="100"/>
        </p:scale>
        <p:origin x="184" y="448"/>
      </p:cViewPr>
      <p:guideLst>
        <p:guide pos="576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248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DD4CF-C917-4D69-9374-6EFF2E9F78C3}" type="datetimeFigureOut">
              <a:rPr lang="de-DE" smtClean="0"/>
              <a:t>27.04.26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43C7B-F938-4CE9-A268-3281717263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8740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sual abstract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76263" y="116670"/>
            <a:ext cx="7991475" cy="720000"/>
          </a:xfrm>
          <a:prstGeom prst="rect">
            <a:avLst/>
          </a:prstGeom>
          <a:ln w="25400">
            <a:solidFill>
              <a:srgbClr val="FF6C00"/>
            </a:solidFill>
          </a:ln>
        </p:spPr>
        <p:txBody>
          <a:bodyPr tIns="90000" bIns="900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4000">
                <a:solidFill>
                  <a:schemeClr val="tx1"/>
                </a:solidFill>
              </a:defRPr>
            </a:lvl1pPr>
            <a:lvl2pPr marL="342900" indent="0">
              <a:lnSpc>
                <a:spcPts val="3600"/>
              </a:lnSpc>
              <a:buNone/>
              <a:defRPr sz="3000">
                <a:solidFill>
                  <a:srgbClr val="FF6C00"/>
                </a:solidFill>
              </a:defRPr>
            </a:lvl2pPr>
            <a:lvl3pPr marL="685800" indent="0">
              <a:lnSpc>
                <a:spcPts val="3600"/>
              </a:lnSpc>
              <a:buNone/>
              <a:defRPr sz="3000">
                <a:solidFill>
                  <a:srgbClr val="FF6C00"/>
                </a:solidFill>
              </a:defRPr>
            </a:lvl3pPr>
            <a:lvl4pPr marL="1028700" indent="0">
              <a:lnSpc>
                <a:spcPts val="3600"/>
              </a:lnSpc>
              <a:buNone/>
              <a:defRPr sz="3000">
                <a:solidFill>
                  <a:srgbClr val="FF6C00"/>
                </a:solidFill>
              </a:defRPr>
            </a:lvl4pPr>
            <a:lvl5pPr marL="1371600" indent="0">
              <a:lnSpc>
                <a:spcPts val="3600"/>
              </a:lnSpc>
              <a:buNone/>
              <a:defRPr sz="3000">
                <a:solidFill>
                  <a:srgbClr val="FF6C00"/>
                </a:solidFill>
              </a:defRPr>
            </a:lvl5pPr>
          </a:lstStyle>
          <a:p>
            <a:pPr lvl="0"/>
            <a:r>
              <a:rPr lang="en-US" dirty="0"/>
              <a:t>Your title goes here</a:t>
            </a:r>
            <a:endParaRPr lang="de-DE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76263" y="905719"/>
            <a:ext cx="7991475" cy="425450"/>
          </a:xfrm>
          <a:ln w="25400">
            <a:noFill/>
          </a:ln>
        </p:spPr>
        <p:txBody>
          <a:bodyPr tIns="90000" bIns="90000" anchor="ctr" anchorCtr="0">
            <a:no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The take-home message goes here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7B623-3139-436F-96BB-B47DF6B7AEF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76263" y="1388312"/>
            <a:ext cx="2520000" cy="3024938"/>
          </a:xfrm>
          <a:ln w="25400">
            <a:solidFill>
              <a:srgbClr val="FF6C00"/>
            </a:solidFill>
          </a:ln>
        </p:spPr>
        <p:txBody>
          <a:bodyPr tIns="90000" anchor="ctr" anchorCtr="0"/>
          <a:lstStyle>
            <a:lvl1pPr marL="0" indent="0" algn="ctr">
              <a:buNone/>
              <a:defRPr b="1">
                <a:solidFill>
                  <a:srgbClr val="53565A"/>
                </a:solidFill>
              </a:defRPr>
            </a:lvl1pPr>
            <a:lvl2pPr>
              <a:defRPr>
                <a:solidFill>
                  <a:srgbClr val="53565A"/>
                </a:solidFill>
              </a:defRPr>
            </a:lvl2pPr>
            <a:lvl3pPr>
              <a:defRPr>
                <a:solidFill>
                  <a:srgbClr val="53565A"/>
                </a:solidFill>
              </a:defRPr>
            </a:lvl3pPr>
            <a:lvl4pPr>
              <a:defRPr>
                <a:solidFill>
                  <a:srgbClr val="53565A"/>
                </a:solidFill>
              </a:defRPr>
            </a:lvl4pPr>
            <a:lvl5pPr>
              <a:defRPr>
                <a:solidFill>
                  <a:srgbClr val="53565A"/>
                </a:solidFill>
              </a:defRPr>
            </a:lvl5pPr>
          </a:lstStyle>
          <a:p>
            <a:pPr lvl="0"/>
            <a:r>
              <a:rPr lang="en-US" dirty="0"/>
              <a:t>Point 1 / context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5FD13EE-6430-4F74-B69B-F24DDB1744D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09495" y="1388312"/>
            <a:ext cx="2520000" cy="3024938"/>
          </a:xfrm>
          <a:solidFill>
            <a:schemeClr val="tx2">
              <a:lumMod val="20000"/>
              <a:lumOff val="80000"/>
            </a:schemeClr>
          </a:solidFill>
          <a:ln w="25400">
            <a:solidFill>
              <a:srgbClr val="FF6C00"/>
            </a:solidFill>
          </a:ln>
        </p:spPr>
        <p:txBody>
          <a:bodyPr tIns="90000" bIns="90000" anchor="ctr" anchorCtr="0"/>
          <a:lstStyle>
            <a:lvl1pPr marL="0" indent="0" algn="ctr">
              <a:buNone/>
              <a:defRPr b="1">
                <a:solidFill>
                  <a:srgbClr val="53565A"/>
                </a:solidFill>
              </a:defRPr>
            </a:lvl1pPr>
            <a:lvl2pPr>
              <a:defRPr>
                <a:solidFill>
                  <a:srgbClr val="53565A"/>
                </a:solidFill>
              </a:defRPr>
            </a:lvl2pPr>
            <a:lvl3pPr>
              <a:defRPr>
                <a:solidFill>
                  <a:srgbClr val="53565A"/>
                </a:solidFill>
              </a:defRPr>
            </a:lvl3pPr>
            <a:lvl4pPr>
              <a:defRPr>
                <a:solidFill>
                  <a:srgbClr val="53565A"/>
                </a:solidFill>
              </a:defRPr>
            </a:lvl4pPr>
            <a:lvl5pPr>
              <a:defRPr>
                <a:solidFill>
                  <a:srgbClr val="53565A"/>
                </a:solidFill>
              </a:defRPr>
            </a:lvl5pPr>
          </a:lstStyle>
          <a:p>
            <a:pPr lvl="0"/>
            <a:r>
              <a:rPr lang="en-US" dirty="0"/>
              <a:t>Point 2 / method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1D258DD-50E3-4859-BF2A-4005F741AF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047737" y="1388310"/>
            <a:ext cx="2520000" cy="3024939"/>
          </a:xfrm>
          <a:ln w="25400">
            <a:solidFill>
              <a:srgbClr val="FF6C00"/>
            </a:solidFill>
          </a:ln>
        </p:spPr>
        <p:txBody>
          <a:bodyPr tIns="90000" bIns="90000" anchor="ctr" anchorCtr="0"/>
          <a:lstStyle>
            <a:lvl1pPr marL="0" indent="0" algn="ctr">
              <a:buNone/>
              <a:defRPr b="1">
                <a:solidFill>
                  <a:srgbClr val="53565A"/>
                </a:solidFill>
              </a:defRPr>
            </a:lvl1pPr>
            <a:lvl2pPr>
              <a:defRPr>
                <a:solidFill>
                  <a:srgbClr val="53565A"/>
                </a:solidFill>
              </a:defRPr>
            </a:lvl2pPr>
            <a:lvl3pPr>
              <a:defRPr>
                <a:solidFill>
                  <a:srgbClr val="53565A"/>
                </a:solidFill>
              </a:defRPr>
            </a:lvl3pPr>
            <a:lvl4pPr>
              <a:defRPr>
                <a:solidFill>
                  <a:srgbClr val="53565A"/>
                </a:solidFill>
              </a:defRPr>
            </a:lvl4pPr>
            <a:lvl5pPr>
              <a:defRPr>
                <a:solidFill>
                  <a:srgbClr val="53565A"/>
                </a:solidFill>
              </a:defRPr>
            </a:lvl5pPr>
          </a:lstStyle>
          <a:p>
            <a:pPr lvl="0"/>
            <a:r>
              <a:rPr lang="en-US" dirty="0"/>
              <a:t>Point 3 / outcome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B48EF-8A62-445F-BC61-5F2DE6CF5BE4}"/>
              </a:ext>
            </a:extLst>
          </p:cNvPr>
          <p:cNvSpPr/>
          <p:nvPr userDrawn="1"/>
        </p:nvSpPr>
        <p:spPr>
          <a:xfrm>
            <a:off x="576263" y="4551363"/>
            <a:ext cx="2520000" cy="489560"/>
          </a:xfrm>
          <a:prstGeom prst="rect">
            <a:avLst/>
          </a:prstGeom>
          <a:noFill/>
          <a:ln w="22225">
            <a:solidFill>
              <a:srgbClr val="535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3110C0-B318-4A0A-AB3D-747E2CF355FE}"/>
              </a:ext>
            </a:extLst>
          </p:cNvPr>
          <p:cNvSpPr/>
          <p:nvPr userDrawn="1"/>
        </p:nvSpPr>
        <p:spPr>
          <a:xfrm>
            <a:off x="3309494" y="4558478"/>
            <a:ext cx="2520001" cy="474630"/>
          </a:xfrm>
          <a:prstGeom prst="rect">
            <a:avLst/>
          </a:prstGeom>
          <a:noFill/>
          <a:ln w="22225">
            <a:solidFill>
              <a:srgbClr val="535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1E57FB-6288-4FF3-8E89-66D6649476F5}"/>
              </a:ext>
            </a:extLst>
          </p:cNvPr>
          <p:cNvSpPr/>
          <p:nvPr userDrawn="1"/>
        </p:nvSpPr>
        <p:spPr>
          <a:xfrm>
            <a:off x="6047736" y="4551363"/>
            <a:ext cx="2520001" cy="474630"/>
          </a:xfrm>
          <a:prstGeom prst="rect">
            <a:avLst/>
          </a:prstGeom>
          <a:noFill/>
          <a:ln w="22225">
            <a:solidFill>
              <a:srgbClr val="535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84A8EC1C-B526-4360-B24D-E38FF0129F4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15097" y="4582547"/>
            <a:ext cx="432000" cy="432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GB" dirty="0"/>
              <a:t>QR code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CDD4B7A-8599-470F-904D-2A8C63BC776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7523" y="4588973"/>
            <a:ext cx="431800" cy="432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DDFE7-62B7-4B1E-B2BA-E7EC41335B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9323" y="4588485"/>
            <a:ext cx="2051540" cy="42545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en-GB" sz="11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Journal/funder details</a:t>
            </a:r>
            <a:endParaRPr lang="en-GB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ADD381FB-221F-4C10-8795-6B9D553830C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4504" y="4590074"/>
            <a:ext cx="2514991" cy="425450"/>
          </a:xfrm>
        </p:spPr>
        <p:txBody>
          <a:bodyPr tIns="90000" bIns="90000" anchor="ctr" anchorCtr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en-GB" sz="11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Author details</a:t>
            </a:r>
            <a:endParaRPr lang="en-GB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809AA36-C8AF-4DD9-A92A-49EEA43C3A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66885" y="4590150"/>
            <a:ext cx="2018062" cy="425450"/>
          </a:xfrm>
        </p:spPr>
        <p:txBody>
          <a:bodyPr tIns="90000" bIns="90000" anchor="ctr" anchorCtr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en-GB" sz="11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Reference details</a:t>
            </a:r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4000" y="4722258"/>
            <a:ext cx="3086100" cy="16281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44000" y="4531201"/>
            <a:ext cx="3086100" cy="16224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576263" y="4443413"/>
            <a:ext cx="7991475" cy="1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4928590-4084-6B40-8DED-B4F8C98BED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" y="4531201"/>
            <a:ext cx="401839" cy="444500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76000" y="440861"/>
            <a:ext cx="7991738" cy="462759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76000" y="1076659"/>
            <a:ext cx="7991738" cy="3425729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5DEE88-71BA-4950-8D35-00B2B8E79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0338" y="4722258"/>
            <a:ext cx="20574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89014-7F8D-47C1-8D79-17A715C9D2B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2755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hf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FF6C00"/>
        </a:buClr>
        <a:buFont typeface="Arial" panose="020B0604020202020204" pitchFamily="34" charset="0"/>
        <a:buChar char="•"/>
        <a:tabLst>
          <a:tab pos="266700" algn="l"/>
        </a:tabLst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600"/>
        </a:spcAft>
        <a:buClr>
          <a:srgbClr val="FF6C00"/>
        </a:buClr>
        <a:buFont typeface="Arial" panose="020B0604020202020204" pitchFamily="34" charset="0"/>
        <a:buChar char="−"/>
        <a:defRPr lang="nl-NL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600"/>
        </a:spcAft>
        <a:buClr>
          <a:srgbClr val="FF6C00"/>
        </a:buClr>
        <a:buFont typeface="Courier New" panose="02070309020205020404" pitchFamily="49" charset="0"/>
        <a:buChar char="o"/>
        <a:defRPr lang="nl-NL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600"/>
        </a:spcAft>
        <a:buClr>
          <a:srgbClr val="FF6C00"/>
        </a:buClr>
        <a:buFont typeface="Courier New" panose="02070309020205020404" pitchFamily="49" charset="0"/>
        <a:buChar char="o"/>
        <a:defRPr lang="nl-NL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600"/>
        </a:spcAft>
        <a:buClr>
          <a:srgbClr val="FF6C00"/>
        </a:buClr>
        <a:buFont typeface="Courier New" panose="02070309020205020404" pitchFamily="49" charset="0"/>
        <a:buChar char="o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7145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63">
          <p15:clr>
            <a:srgbClr val="F26B43"/>
          </p15:clr>
        </p15:guide>
        <p15:guide id="2" pos="2880">
          <p15:clr>
            <a:srgbClr val="F26B43"/>
          </p15:clr>
        </p15:guide>
        <p15:guide id="3" pos="2699">
          <p15:clr>
            <a:srgbClr val="F26B43"/>
          </p15:clr>
        </p15:guide>
        <p15:guide id="4" pos="3061">
          <p15:clr>
            <a:srgbClr val="F26B43"/>
          </p15:clr>
        </p15:guide>
        <p15:guide id="5" pos="5397">
          <p15:clr>
            <a:srgbClr val="F26B43"/>
          </p15:clr>
        </p15:guide>
        <p15:guide id="6" orient="horz" pos="373">
          <p15:clr>
            <a:srgbClr val="F26B43"/>
          </p15:clr>
        </p15:guide>
        <p15:guide id="7" orient="horz" pos="286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Text Placeholder 1">
            <a:extLst>
              <a:ext uri="{FF2B5EF4-FFF2-40B4-BE49-F238E27FC236}">
                <a16:creationId xmlns:a16="http://schemas.microsoft.com/office/drawing/2014/main" id="{A4F8E358-75E9-382C-D889-B9C0DA58A53B}"/>
              </a:ext>
            </a:extLst>
          </p:cNvPr>
          <p:cNvSpPr txBox="1">
            <a:spLocks/>
          </p:cNvSpPr>
          <p:nvPr/>
        </p:nvSpPr>
        <p:spPr>
          <a:xfrm>
            <a:off x="560978" y="4564344"/>
            <a:ext cx="2491033" cy="4779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 cap="rnd" cmpd="sng" algn="ctr">
            <a:solidFill>
              <a:srgbClr val="3678DF"/>
            </a:solidFill>
            <a:prstDash val="solid"/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90000" rIns="91440" bIns="90000" rtlCol="0" anchor="ctr" anchorCtr="0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6C00"/>
              </a:buClr>
              <a:buFont typeface="Arial" panose="020B0604020202020204" pitchFamily="34" charset="0"/>
              <a:buNone/>
              <a:tabLst>
                <a:tab pos="266700" algn="l"/>
              </a:tabLst>
              <a:defRPr lang="nl-NL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Arial" panose="020B0604020202020204" pitchFamily="34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de-DE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1" dirty="0">
              <a:solidFill>
                <a:srgbClr val="53565A"/>
              </a:solidFill>
            </a:endParaRPr>
          </a:p>
        </p:txBody>
      </p:sp>
      <p:sp>
        <p:nvSpPr>
          <p:cNvPr id="1511" name="Rounded Rectangle 1510">
            <a:extLst>
              <a:ext uri="{FF2B5EF4-FFF2-40B4-BE49-F238E27FC236}">
                <a16:creationId xmlns:a16="http://schemas.microsoft.com/office/drawing/2014/main" id="{D5374813-CD3E-7E82-D72F-46B6B5F1EC9A}"/>
              </a:ext>
            </a:extLst>
          </p:cNvPr>
          <p:cNvSpPr/>
          <p:nvPr/>
        </p:nvSpPr>
        <p:spPr>
          <a:xfrm>
            <a:off x="567028" y="1384930"/>
            <a:ext cx="2514600" cy="302493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2225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90000" rIns="91440" bIns="90000" rtlCol="0" anchor="ctr" anchorCtr="0">
            <a:normAutofit/>
          </a:bodyPr>
          <a:lstStyle/>
          <a:p>
            <a:pPr algn="ctr" defTabSz="685800">
              <a:spcAft>
                <a:spcPts val="600"/>
              </a:spcAft>
              <a:buClr>
                <a:srgbClr val="FF6C00"/>
              </a:buClr>
              <a:tabLst>
                <a:tab pos="266700" algn="l"/>
              </a:tabLst>
            </a:pPr>
            <a:endParaRPr lang="en-US" b="1">
              <a:solidFill>
                <a:srgbClr val="53565A"/>
              </a:solidFill>
            </a:endParaRPr>
          </a:p>
        </p:txBody>
      </p:sp>
      <p:sp>
        <p:nvSpPr>
          <p:cNvPr id="1512" name="Text Placeholder 1">
            <a:extLst>
              <a:ext uri="{FF2B5EF4-FFF2-40B4-BE49-F238E27FC236}">
                <a16:creationId xmlns:a16="http://schemas.microsoft.com/office/drawing/2014/main" id="{940D4BD9-3A41-236D-4442-B851BAE8B4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263" y="116670"/>
            <a:ext cx="7991475" cy="720000"/>
          </a:xfrm>
          <a:solidFill>
            <a:schemeClr val="accent1">
              <a:lumMod val="20000"/>
              <a:lumOff val="80000"/>
            </a:schemeClr>
          </a:solidFill>
          <a:ln w="22225" cap="rnd">
            <a:solidFill>
              <a:srgbClr val="3678DF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90000" rIns="91440" bIns="90000" rtlCol="0" anchor="ctr" anchorCtr="0">
            <a:normAutofit/>
          </a:bodyPr>
          <a:lstStyle/>
          <a:p>
            <a:pPr>
              <a:spcAft>
                <a:spcPts val="0"/>
              </a:spcAft>
            </a:pPr>
            <a:r>
              <a:rPr lang="en-US" sz="1600" b="1" dirty="0">
                <a:solidFill>
                  <a:srgbClr val="53565A"/>
                </a:solidFill>
              </a:rPr>
              <a:t>Performance-Based Probabilistic RUL Prediction via Particle Filtering </a:t>
            </a:r>
          </a:p>
          <a:p>
            <a:pPr>
              <a:spcAft>
                <a:spcPts val="0"/>
              </a:spcAft>
            </a:pPr>
            <a:r>
              <a:rPr lang="en-US" sz="1600" b="1" dirty="0">
                <a:solidFill>
                  <a:srgbClr val="53565A"/>
                </a:solidFill>
              </a:rPr>
              <a:t>with Neural-Guided Inference.</a:t>
            </a:r>
            <a:endParaRPr lang="en-GB" sz="1600" b="1" dirty="0">
              <a:solidFill>
                <a:srgbClr val="53565A"/>
              </a:solidFill>
            </a:endParaRPr>
          </a:p>
        </p:txBody>
      </p:sp>
      <p:sp>
        <p:nvSpPr>
          <p:cNvPr id="1513" name="TextBox 1512">
            <a:extLst>
              <a:ext uri="{FF2B5EF4-FFF2-40B4-BE49-F238E27FC236}">
                <a16:creationId xmlns:a16="http://schemas.microsoft.com/office/drawing/2014/main" id="{89FA78B5-20C5-4A99-4D4F-F79918A3655A}"/>
              </a:ext>
            </a:extLst>
          </p:cNvPr>
          <p:cNvSpPr txBox="1"/>
          <p:nvPr/>
        </p:nvSpPr>
        <p:spPr>
          <a:xfrm>
            <a:off x="675017" y="1563829"/>
            <a:ext cx="237699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/>
              <a:t>Conventional Data-Driven Approaches:</a:t>
            </a:r>
          </a:p>
          <a:p>
            <a:pPr marL="102870" indent="-10287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Direct RUL regression</a:t>
            </a:r>
          </a:p>
          <a:p>
            <a:pPr marL="102870" indent="-10287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No explicit degradation modeling</a:t>
            </a:r>
          </a:p>
          <a:p>
            <a:pPr marL="102870" indent="-10287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Limited uncertainty quantification</a:t>
            </a:r>
          </a:p>
        </p:txBody>
      </p:sp>
      <p:sp>
        <p:nvSpPr>
          <p:cNvPr id="1514" name="Rounded Rectangle 1513">
            <a:extLst>
              <a:ext uri="{FF2B5EF4-FFF2-40B4-BE49-F238E27FC236}">
                <a16:creationId xmlns:a16="http://schemas.microsoft.com/office/drawing/2014/main" id="{9EC3DFD2-DCAD-A853-F526-CED54769639F}"/>
              </a:ext>
            </a:extLst>
          </p:cNvPr>
          <p:cNvSpPr/>
          <p:nvPr/>
        </p:nvSpPr>
        <p:spPr>
          <a:xfrm>
            <a:off x="3323542" y="1359052"/>
            <a:ext cx="5262468" cy="302493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2225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90000" rIns="91440" bIns="90000" rtlCol="0" anchor="ctr" anchorCtr="0">
            <a:normAutofit/>
          </a:bodyPr>
          <a:lstStyle/>
          <a:p>
            <a:pPr algn="ctr" defTabSz="685800">
              <a:spcAft>
                <a:spcPts val="600"/>
              </a:spcAft>
              <a:buClr>
                <a:srgbClr val="FF6C00"/>
              </a:buClr>
              <a:tabLst>
                <a:tab pos="266700" algn="l"/>
              </a:tabLst>
            </a:pPr>
            <a:endParaRPr lang="en-US" b="1" dirty="0">
              <a:solidFill>
                <a:srgbClr val="53565A"/>
              </a:solidFill>
            </a:endParaRPr>
          </a:p>
        </p:txBody>
      </p:sp>
      <p:pic>
        <p:nvPicPr>
          <p:cNvPr id="1515" name="Picture 4" descr="25,411 Sensor Data Icon Royalty-Free Images, Stock Photos &amp; Pictures |  Shutterstock">
            <a:extLst>
              <a:ext uri="{FF2B5EF4-FFF2-40B4-BE49-F238E27FC236}">
                <a16:creationId xmlns:a16="http://schemas.microsoft.com/office/drawing/2014/main" id="{BED89B9F-7B95-41F1-2E99-5A53A38B5C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67" t="12794" r="24839" b="16479"/>
          <a:stretch>
            <a:fillRect/>
          </a:stretch>
        </p:blipFill>
        <p:spPr bwMode="auto">
          <a:xfrm>
            <a:off x="790459" y="3264581"/>
            <a:ext cx="419277" cy="411065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16" name="Group 1515">
            <a:extLst>
              <a:ext uri="{FF2B5EF4-FFF2-40B4-BE49-F238E27FC236}">
                <a16:creationId xmlns:a16="http://schemas.microsoft.com/office/drawing/2014/main" id="{965F1322-F602-B0E3-E4C9-E778D6CC1D5B}"/>
              </a:ext>
            </a:extLst>
          </p:cNvPr>
          <p:cNvGrpSpPr/>
          <p:nvPr/>
        </p:nvGrpSpPr>
        <p:grpSpPr>
          <a:xfrm>
            <a:off x="1443437" y="3256546"/>
            <a:ext cx="545342" cy="670431"/>
            <a:chOff x="1453750" y="3093737"/>
            <a:chExt cx="545342" cy="670431"/>
          </a:xfrm>
        </p:grpSpPr>
        <p:sp>
          <p:nvSpPr>
            <p:cNvPr id="1517" name="TextBox 1516">
              <a:extLst>
                <a:ext uri="{FF2B5EF4-FFF2-40B4-BE49-F238E27FC236}">
                  <a16:creationId xmlns:a16="http://schemas.microsoft.com/office/drawing/2014/main" id="{1CA13E36-7425-BC25-A6CF-D49379314458}"/>
                </a:ext>
              </a:extLst>
            </p:cNvPr>
            <p:cNvSpPr txBox="1"/>
            <p:nvPr/>
          </p:nvSpPr>
          <p:spPr>
            <a:xfrm>
              <a:off x="1453750" y="3487169"/>
              <a:ext cx="5453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/>
                <a:t>Black-box </a:t>
              </a:r>
            </a:p>
            <a:p>
              <a:pPr algn="ctr"/>
              <a:r>
                <a:rPr lang="en-US" sz="600" dirty="0"/>
                <a:t>Network</a:t>
              </a:r>
            </a:p>
          </p:txBody>
        </p:sp>
        <p:sp>
          <p:nvSpPr>
            <p:cNvPr id="1518" name="Cube 1517">
              <a:extLst>
                <a:ext uri="{FF2B5EF4-FFF2-40B4-BE49-F238E27FC236}">
                  <a16:creationId xmlns:a16="http://schemas.microsoft.com/office/drawing/2014/main" id="{12E5F5C0-53E7-F73B-86E3-25F6538B62D9}"/>
                </a:ext>
              </a:extLst>
            </p:cNvPr>
            <p:cNvSpPr/>
            <p:nvPr/>
          </p:nvSpPr>
          <p:spPr>
            <a:xfrm>
              <a:off x="1516783" y="3093737"/>
              <a:ext cx="419277" cy="419100"/>
            </a:xfrm>
            <a:prstGeom prst="cube">
              <a:avLst>
                <a:gd name="adj" fmla="val 14610"/>
              </a:avLst>
            </a:prstGeom>
            <a:solidFill>
              <a:schemeClr val="tx1">
                <a:lumMod val="75000"/>
              </a:schemeClr>
            </a:solidFill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000000"/>
                </a:highlight>
              </a:endParaRPr>
            </a:p>
          </p:txBody>
        </p:sp>
        <p:pic>
          <p:nvPicPr>
            <p:cNvPr id="1519" name="Picture 14">
              <a:extLst>
                <a:ext uri="{FF2B5EF4-FFF2-40B4-BE49-F238E27FC236}">
                  <a16:creationId xmlns:a16="http://schemas.microsoft.com/office/drawing/2014/main" id="{8ED261FC-BFA0-77A6-3EBD-EB4AA4D435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41" t="15136" r="12145" b="14096"/>
            <a:stretch>
              <a:fillRect/>
            </a:stretch>
          </p:blipFill>
          <p:spPr bwMode="auto">
            <a:xfrm>
              <a:off x="1540106" y="3202958"/>
              <a:ext cx="319695" cy="293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520" name="Straight Arrow Connector 1519">
            <a:extLst>
              <a:ext uri="{FF2B5EF4-FFF2-40B4-BE49-F238E27FC236}">
                <a16:creationId xmlns:a16="http://schemas.microsoft.com/office/drawing/2014/main" id="{28C367D2-C6C3-E13B-2959-C3F8621C417A}"/>
              </a:ext>
            </a:extLst>
          </p:cNvPr>
          <p:cNvCxnSpPr/>
          <p:nvPr/>
        </p:nvCxnSpPr>
        <p:spPr>
          <a:xfrm>
            <a:off x="1240691" y="3466096"/>
            <a:ext cx="235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1" name="Straight Arrow Connector 1520">
            <a:extLst>
              <a:ext uri="{FF2B5EF4-FFF2-40B4-BE49-F238E27FC236}">
                <a16:creationId xmlns:a16="http://schemas.microsoft.com/office/drawing/2014/main" id="{02FF01D2-BDEB-CB3C-A79D-74546F5EB862}"/>
              </a:ext>
            </a:extLst>
          </p:cNvPr>
          <p:cNvCxnSpPr/>
          <p:nvPr/>
        </p:nvCxnSpPr>
        <p:spPr>
          <a:xfrm>
            <a:off x="1982388" y="3466096"/>
            <a:ext cx="235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2" name="Group 1521">
            <a:extLst>
              <a:ext uri="{FF2B5EF4-FFF2-40B4-BE49-F238E27FC236}">
                <a16:creationId xmlns:a16="http://schemas.microsoft.com/office/drawing/2014/main" id="{636A3F27-D593-2F6A-612E-B6628BD75A1D}"/>
              </a:ext>
            </a:extLst>
          </p:cNvPr>
          <p:cNvGrpSpPr/>
          <p:nvPr/>
        </p:nvGrpSpPr>
        <p:grpSpPr>
          <a:xfrm>
            <a:off x="2212322" y="3256546"/>
            <a:ext cx="558166" cy="690046"/>
            <a:chOff x="2212322" y="3093737"/>
            <a:chExt cx="558166" cy="690046"/>
          </a:xfrm>
        </p:grpSpPr>
        <p:sp>
          <p:nvSpPr>
            <p:cNvPr id="1523" name="Rectangle 1522">
              <a:extLst>
                <a:ext uri="{FF2B5EF4-FFF2-40B4-BE49-F238E27FC236}">
                  <a16:creationId xmlns:a16="http://schemas.microsoft.com/office/drawing/2014/main" id="{7BEF3A7B-4340-9754-4CD8-9B0DF7FFD37D}"/>
                </a:ext>
              </a:extLst>
            </p:cNvPr>
            <p:cNvSpPr/>
            <p:nvPr/>
          </p:nvSpPr>
          <p:spPr>
            <a:xfrm>
              <a:off x="2264041" y="3093737"/>
              <a:ext cx="419277" cy="4190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24" name="Picture 1523">
              <a:extLst>
                <a:ext uri="{FF2B5EF4-FFF2-40B4-BE49-F238E27FC236}">
                  <a16:creationId xmlns:a16="http://schemas.microsoft.com/office/drawing/2014/main" id="{A8511643-EC53-9553-B31A-69FF771CF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18651" y="3163063"/>
              <a:ext cx="310399" cy="280447"/>
            </a:xfrm>
            <a:prstGeom prst="rect">
              <a:avLst/>
            </a:prstGeom>
          </p:spPr>
        </p:pic>
        <p:sp>
          <p:nvSpPr>
            <p:cNvPr id="1525" name="TextBox 1524">
              <a:extLst>
                <a:ext uri="{FF2B5EF4-FFF2-40B4-BE49-F238E27FC236}">
                  <a16:creationId xmlns:a16="http://schemas.microsoft.com/office/drawing/2014/main" id="{76F95001-C853-0F60-1CD8-77ACD4727D04}"/>
                </a:ext>
              </a:extLst>
            </p:cNvPr>
            <p:cNvSpPr txBox="1"/>
            <p:nvPr/>
          </p:nvSpPr>
          <p:spPr>
            <a:xfrm>
              <a:off x="2212322" y="3506784"/>
              <a:ext cx="5581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/>
                <a:t>Point RUL </a:t>
              </a:r>
            </a:p>
            <a:p>
              <a:pPr algn="ctr"/>
              <a:r>
                <a:rPr lang="en-US" sz="600" dirty="0"/>
                <a:t>Estimate</a:t>
              </a:r>
            </a:p>
          </p:txBody>
        </p:sp>
      </p:grpSp>
      <p:grpSp>
        <p:nvGrpSpPr>
          <p:cNvPr id="1526" name="Group 1525">
            <a:extLst>
              <a:ext uri="{FF2B5EF4-FFF2-40B4-BE49-F238E27FC236}">
                <a16:creationId xmlns:a16="http://schemas.microsoft.com/office/drawing/2014/main" id="{8069D753-0F7C-56C1-48DE-BA33366A9022}"/>
              </a:ext>
            </a:extLst>
          </p:cNvPr>
          <p:cNvGrpSpPr/>
          <p:nvPr/>
        </p:nvGrpSpPr>
        <p:grpSpPr>
          <a:xfrm>
            <a:off x="4223998" y="3076931"/>
            <a:ext cx="1410935" cy="567163"/>
            <a:chOff x="4077336" y="2679336"/>
            <a:chExt cx="1410935" cy="567163"/>
          </a:xfrm>
        </p:grpSpPr>
        <p:sp>
          <p:nvSpPr>
            <p:cNvPr id="1527" name="Rectangle 1526">
              <a:extLst>
                <a:ext uri="{FF2B5EF4-FFF2-40B4-BE49-F238E27FC236}">
                  <a16:creationId xmlns:a16="http://schemas.microsoft.com/office/drawing/2014/main" id="{D7FBEBDD-4DE6-CB81-59A6-ED9151DB5DB4}"/>
                </a:ext>
              </a:extLst>
            </p:cNvPr>
            <p:cNvSpPr/>
            <p:nvPr/>
          </p:nvSpPr>
          <p:spPr>
            <a:xfrm>
              <a:off x="4077336" y="2679336"/>
              <a:ext cx="1410935" cy="5671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28" name="Group 1527">
              <a:extLst>
                <a:ext uri="{FF2B5EF4-FFF2-40B4-BE49-F238E27FC236}">
                  <a16:creationId xmlns:a16="http://schemas.microsoft.com/office/drawing/2014/main" id="{21BE7BEE-0673-CC26-0494-AF6D3FAB1F72}"/>
                </a:ext>
              </a:extLst>
            </p:cNvPr>
            <p:cNvGrpSpPr/>
            <p:nvPr/>
          </p:nvGrpSpPr>
          <p:grpSpPr>
            <a:xfrm>
              <a:off x="4112389" y="2701932"/>
              <a:ext cx="1328716" cy="490848"/>
              <a:chOff x="4022506" y="3306647"/>
              <a:chExt cx="1328716" cy="490848"/>
            </a:xfrm>
          </p:grpSpPr>
          <p:pic>
            <p:nvPicPr>
              <p:cNvPr id="1529" name="Picture 1528">
                <a:extLst>
                  <a:ext uri="{FF2B5EF4-FFF2-40B4-BE49-F238E27FC236}">
                    <a16:creationId xmlns:a16="http://schemas.microsoft.com/office/drawing/2014/main" id="{F4CED257-1D49-C799-337F-CDA144BAAA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22506" y="3306647"/>
                <a:ext cx="1328716" cy="318892"/>
              </a:xfrm>
              <a:prstGeom prst="rect">
                <a:avLst/>
              </a:prstGeom>
            </p:spPr>
          </p:pic>
          <p:grpSp>
            <p:nvGrpSpPr>
              <p:cNvPr id="1530" name="Group 1529">
                <a:extLst>
                  <a:ext uri="{FF2B5EF4-FFF2-40B4-BE49-F238E27FC236}">
                    <a16:creationId xmlns:a16="http://schemas.microsoft.com/office/drawing/2014/main" id="{B0FD712A-94E9-9C94-28D8-6220169135B0}"/>
                  </a:ext>
                </a:extLst>
              </p:cNvPr>
              <p:cNvGrpSpPr/>
              <p:nvPr/>
            </p:nvGrpSpPr>
            <p:grpSpPr>
              <a:xfrm>
                <a:off x="4045160" y="3606319"/>
                <a:ext cx="1289849" cy="91440"/>
                <a:chOff x="4045160" y="3606319"/>
                <a:chExt cx="1289849" cy="91440"/>
              </a:xfrm>
            </p:grpSpPr>
            <p:grpSp>
              <p:nvGrpSpPr>
                <p:cNvPr id="1545" name="Group 1544">
                  <a:extLst>
                    <a:ext uri="{FF2B5EF4-FFF2-40B4-BE49-F238E27FC236}">
                      <a16:creationId xmlns:a16="http://schemas.microsoft.com/office/drawing/2014/main" id="{3919698C-9132-7C7E-E057-C5F87D8862D3}"/>
                    </a:ext>
                  </a:extLst>
                </p:cNvPr>
                <p:cNvGrpSpPr/>
                <p:nvPr/>
              </p:nvGrpSpPr>
              <p:grpSpPr>
                <a:xfrm>
                  <a:off x="4045160" y="3606319"/>
                  <a:ext cx="1289849" cy="91440"/>
                  <a:chOff x="4045160" y="3606319"/>
                  <a:chExt cx="1289849" cy="91440"/>
                </a:xfrm>
              </p:grpSpPr>
              <p:grpSp>
                <p:nvGrpSpPr>
                  <p:cNvPr id="1551" name="Group 1550">
                    <a:extLst>
                      <a:ext uri="{FF2B5EF4-FFF2-40B4-BE49-F238E27FC236}">
                        <a16:creationId xmlns:a16="http://schemas.microsoft.com/office/drawing/2014/main" id="{9F574C73-EABB-D605-0781-CFE9807BAFBA}"/>
                      </a:ext>
                    </a:extLst>
                  </p:cNvPr>
                  <p:cNvGrpSpPr/>
                  <p:nvPr/>
                </p:nvGrpSpPr>
                <p:grpSpPr>
                  <a:xfrm>
                    <a:off x="4045160" y="3610283"/>
                    <a:ext cx="1289849" cy="82296"/>
                    <a:chOff x="4045160" y="3610283"/>
                    <a:chExt cx="1289849" cy="82296"/>
                  </a:xfrm>
                </p:grpSpPr>
                <p:cxnSp>
                  <p:nvCxnSpPr>
                    <p:cNvPr id="1553" name="Straight Connector 1552">
                      <a:extLst>
                        <a:ext uri="{FF2B5EF4-FFF2-40B4-BE49-F238E27FC236}">
                          <a16:creationId xmlns:a16="http://schemas.microsoft.com/office/drawing/2014/main" id="{7C09E9C6-A4DB-053A-2E4B-2A9E9EEB719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045160" y="3649978"/>
                      <a:ext cx="1289849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554" name="Oval 1553">
                      <a:extLst>
                        <a:ext uri="{FF2B5EF4-FFF2-40B4-BE49-F238E27FC236}">
                          <a16:creationId xmlns:a16="http://schemas.microsoft.com/office/drawing/2014/main" id="{D2ED1802-9FF3-6C97-12F3-372B3FABD2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17825" y="3627118"/>
                      <a:ext cx="45719" cy="45719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55" name="Oval 1554">
                      <a:extLst>
                        <a:ext uri="{FF2B5EF4-FFF2-40B4-BE49-F238E27FC236}">
                          <a16:creationId xmlns:a16="http://schemas.microsoft.com/office/drawing/2014/main" id="{2695F080-5DF7-3EC9-85AA-C046AF4E38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12836" y="3615378"/>
                      <a:ext cx="73152" cy="6919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56" name="Oval 1555">
                      <a:extLst>
                        <a:ext uri="{FF2B5EF4-FFF2-40B4-BE49-F238E27FC236}">
                          <a16:creationId xmlns:a16="http://schemas.microsoft.com/office/drawing/2014/main" id="{1F6845EB-5406-7B5D-AF6B-1B94724914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40704" y="3610283"/>
                      <a:ext cx="82296" cy="82296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57" name="Oval 1556">
                      <a:extLst>
                        <a:ext uri="{FF2B5EF4-FFF2-40B4-BE49-F238E27FC236}">
                          <a16:creationId xmlns:a16="http://schemas.microsoft.com/office/drawing/2014/main" id="{B06B22D0-FBBB-5A04-616D-D8AF9F75CF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19802" y="3623941"/>
                      <a:ext cx="54864" cy="54864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58" name="Oval 1557">
                      <a:extLst>
                        <a:ext uri="{FF2B5EF4-FFF2-40B4-BE49-F238E27FC236}">
                          <a16:creationId xmlns:a16="http://schemas.microsoft.com/office/drawing/2014/main" id="{573A5DC2-09A3-C84A-9400-4CF6B0FC74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92148" y="3627116"/>
                      <a:ext cx="45719" cy="45719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59" name="Oval 1558">
                      <a:extLst>
                        <a:ext uri="{FF2B5EF4-FFF2-40B4-BE49-F238E27FC236}">
                          <a16:creationId xmlns:a16="http://schemas.microsoft.com/office/drawing/2014/main" id="{B5A4AD72-9C35-3096-6622-0FBCCD9216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7563" y="3622543"/>
                      <a:ext cx="54864" cy="54864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60" name="Oval 1559">
                      <a:extLst>
                        <a:ext uri="{FF2B5EF4-FFF2-40B4-BE49-F238E27FC236}">
                          <a16:creationId xmlns:a16="http://schemas.microsoft.com/office/drawing/2014/main" id="{65D95DFC-5A84-672A-19DC-B05BDA4D56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3744" y="3619216"/>
                      <a:ext cx="64008" cy="6400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552" name="Oval 1551">
                    <a:extLst>
                      <a:ext uri="{FF2B5EF4-FFF2-40B4-BE49-F238E27FC236}">
                        <a16:creationId xmlns:a16="http://schemas.microsoft.com/office/drawing/2014/main" id="{A9A8CE78-8C35-17F2-289E-FE31264FDAE3}"/>
                      </a:ext>
                    </a:extLst>
                  </p:cNvPr>
                  <p:cNvSpPr/>
                  <p:nvPr/>
                </p:nvSpPr>
                <p:spPr>
                  <a:xfrm>
                    <a:off x="4619828" y="3606319"/>
                    <a:ext cx="91440" cy="9144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546" name="Oval 1545">
                  <a:extLst>
                    <a:ext uri="{FF2B5EF4-FFF2-40B4-BE49-F238E27FC236}">
                      <a16:creationId xmlns:a16="http://schemas.microsoft.com/office/drawing/2014/main" id="{A8456C4B-6BBA-DEF5-9D86-F12902476E09}"/>
                    </a:ext>
                  </a:extLst>
                </p:cNvPr>
                <p:cNvSpPr/>
                <p:nvPr/>
              </p:nvSpPr>
              <p:spPr>
                <a:xfrm>
                  <a:off x="4167777" y="3647157"/>
                  <a:ext cx="9144" cy="91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7" name="Oval 1546">
                  <a:extLst>
                    <a:ext uri="{FF2B5EF4-FFF2-40B4-BE49-F238E27FC236}">
                      <a16:creationId xmlns:a16="http://schemas.microsoft.com/office/drawing/2014/main" id="{18A18E3B-3AE6-7EAF-F23E-4EC9FC8C47C1}"/>
                    </a:ext>
                  </a:extLst>
                </p:cNvPr>
                <p:cNvSpPr/>
                <p:nvPr/>
              </p:nvSpPr>
              <p:spPr>
                <a:xfrm>
                  <a:off x="5241327" y="3643940"/>
                  <a:ext cx="9144" cy="91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8" name="Oval 1547">
                  <a:extLst>
                    <a:ext uri="{FF2B5EF4-FFF2-40B4-BE49-F238E27FC236}">
                      <a16:creationId xmlns:a16="http://schemas.microsoft.com/office/drawing/2014/main" id="{FF5DDAC2-35EB-0701-A3C1-488F30095558}"/>
                    </a:ext>
                  </a:extLst>
                </p:cNvPr>
                <p:cNvSpPr/>
                <p:nvPr/>
              </p:nvSpPr>
              <p:spPr>
                <a:xfrm>
                  <a:off x="4225575" y="3639816"/>
                  <a:ext cx="27432" cy="2743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9" name="Oval 1548">
                  <a:extLst>
                    <a:ext uri="{FF2B5EF4-FFF2-40B4-BE49-F238E27FC236}">
                      <a16:creationId xmlns:a16="http://schemas.microsoft.com/office/drawing/2014/main" id="{16C2AE5D-AF74-FD1C-1957-A7EB4B910247}"/>
                    </a:ext>
                  </a:extLst>
                </p:cNvPr>
                <p:cNvSpPr/>
                <p:nvPr/>
              </p:nvSpPr>
              <p:spPr>
                <a:xfrm>
                  <a:off x="5015582" y="3623940"/>
                  <a:ext cx="54864" cy="548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0" name="Oval 1549">
                  <a:extLst>
                    <a:ext uri="{FF2B5EF4-FFF2-40B4-BE49-F238E27FC236}">
                      <a16:creationId xmlns:a16="http://schemas.microsoft.com/office/drawing/2014/main" id="{496BDD5D-FCD1-96C9-3587-34028184FB70}"/>
                    </a:ext>
                  </a:extLst>
                </p:cNvPr>
                <p:cNvSpPr/>
                <p:nvPr/>
              </p:nvSpPr>
              <p:spPr>
                <a:xfrm>
                  <a:off x="5172664" y="3634523"/>
                  <a:ext cx="27432" cy="2743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531" name="Straight Connector 1530">
                <a:extLst>
                  <a:ext uri="{FF2B5EF4-FFF2-40B4-BE49-F238E27FC236}">
                    <a16:creationId xmlns:a16="http://schemas.microsoft.com/office/drawing/2014/main" id="{9A9344B6-AA14-CB36-C34C-AE6757E61705}"/>
                  </a:ext>
                </a:extLst>
              </p:cNvPr>
              <p:cNvCxnSpPr/>
              <p:nvPr/>
            </p:nvCxnSpPr>
            <p:spPr>
              <a:xfrm>
                <a:off x="4041939" y="3766957"/>
                <a:ext cx="128984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32" name="Oval 1531">
                <a:extLst>
                  <a:ext uri="{FF2B5EF4-FFF2-40B4-BE49-F238E27FC236}">
                    <a16:creationId xmlns:a16="http://schemas.microsoft.com/office/drawing/2014/main" id="{06F4D304-3213-26FA-21DB-02305087452F}"/>
                  </a:ext>
                </a:extLst>
              </p:cNvPr>
              <p:cNvSpPr/>
              <p:nvPr/>
            </p:nvSpPr>
            <p:spPr>
              <a:xfrm>
                <a:off x="4638116" y="3742631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3" name="Oval 1532">
                <a:extLst>
                  <a:ext uri="{FF2B5EF4-FFF2-40B4-BE49-F238E27FC236}">
                    <a16:creationId xmlns:a16="http://schemas.microsoft.com/office/drawing/2014/main" id="{4C90D6E9-3564-0C67-73FF-BC8E7919D939}"/>
                  </a:ext>
                </a:extLst>
              </p:cNvPr>
              <p:cNvSpPr/>
              <p:nvPr/>
            </p:nvSpPr>
            <p:spPr>
              <a:xfrm>
                <a:off x="4668898" y="373952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4" name="Oval 1533">
                <a:extLst>
                  <a:ext uri="{FF2B5EF4-FFF2-40B4-BE49-F238E27FC236}">
                    <a16:creationId xmlns:a16="http://schemas.microsoft.com/office/drawing/2014/main" id="{8405B970-73D3-282D-8CAE-C50FC83E578A}"/>
                  </a:ext>
                </a:extLst>
              </p:cNvPr>
              <p:cNvSpPr/>
              <p:nvPr/>
            </p:nvSpPr>
            <p:spPr>
              <a:xfrm>
                <a:off x="4592396" y="3742631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5" name="Oval 1534">
                <a:extLst>
                  <a:ext uri="{FF2B5EF4-FFF2-40B4-BE49-F238E27FC236}">
                    <a16:creationId xmlns:a16="http://schemas.microsoft.com/office/drawing/2014/main" id="{9102602F-BBC5-55EC-74F4-96E8EA78D325}"/>
                  </a:ext>
                </a:extLst>
              </p:cNvPr>
              <p:cNvSpPr/>
              <p:nvPr/>
            </p:nvSpPr>
            <p:spPr>
              <a:xfrm>
                <a:off x="4706809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6" name="Oval 1535">
                <a:extLst>
                  <a:ext uri="{FF2B5EF4-FFF2-40B4-BE49-F238E27FC236}">
                    <a16:creationId xmlns:a16="http://schemas.microsoft.com/office/drawing/2014/main" id="{07F443E6-2FAF-8BDE-7608-A1396638AC96}"/>
                  </a:ext>
                </a:extLst>
              </p:cNvPr>
              <p:cNvSpPr/>
              <p:nvPr/>
            </p:nvSpPr>
            <p:spPr>
              <a:xfrm>
                <a:off x="4552470" y="3739896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7" name="Oval 1536">
                <a:extLst>
                  <a:ext uri="{FF2B5EF4-FFF2-40B4-BE49-F238E27FC236}">
                    <a16:creationId xmlns:a16="http://schemas.microsoft.com/office/drawing/2014/main" id="{845B28EC-6F86-4A97-B771-7F4227E63A56}"/>
                  </a:ext>
                </a:extLst>
              </p:cNvPr>
              <p:cNvSpPr/>
              <p:nvPr/>
            </p:nvSpPr>
            <p:spPr>
              <a:xfrm>
                <a:off x="4745575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8" name="Oval 1537">
                <a:extLst>
                  <a:ext uri="{FF2B5EF4-FFF2-40B4-BE49-F238E27FC236}">
                    <a16:creationId xmlns:a16="http://schemas.microsoft.com/office/drawing/2014/main" id="{63C5288A-AA9A-8B33-97C8-2A9BB48FDE2A}"/>
                  </a:ext>
                </a:extLst>
              </p:cNvPr>
              <p:cNvSpPr/>
              <p:nvPr/>
            </p:nvSpPr>
            <p:spPr>
              <a:xfrm>
                <a:off x="450005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9" name="Oval 1538">
                <a:extLst>
                  <a:ext uri="{FF2B5EF4-FFF2-40B4-BE49-F238E27FC236}">
                    <a16:creationId xmlns:a16="http://schemas.microsoft.com/office/drawing/2014/main" id="{515EFC32-AB5E-ED51-E527-97980034815F}"/>
                  </a:ext>
                </a:extLst>
              </p:cNvPr>
              <p:cNvSpPr/>
              <p:nvPr/>
            </p:nvSpPr>
            <p:spPr>
              <a:xfrm>
                <a:off x="4826656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40" name="Oval 1539">
                <a:extLst>
                  <a:ext uri="{FF2B5EF4-FFF2-40B4-BE49-F238E27FC236}">
                    <a16:creationId xmlns:a16="http://schemas.microsoft.com/office/drawing/2014/main" id="{5AA4F9EF-CC79-45BB-BF20-B35049ED0E02}"/>
                  </a:ext>
                </a:extLst>
              </p:cNvPr>
              <p:cNvSpPr/>
              <p:nvPr/>
            </p:nvSpPr>
            <p:spPr>
              <a:xfrm>
                <a:off x="511780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41" name="Oval 1540">
                <a:extLst>
                  <a:ext uri="{FF2B5EF4-FFF2-40B4-BE49-F238E27FC236}">
                    <a16:creationId xmlns:a16="http://schemas.microsoft.com/office/drawing/2014/main" id="{E2AF447F-E218-DE04-F350-E65727EB36EA}"/>
                  </a:ext>
                </a:extLst>
              </p:cNvPr>
              <p:cNvSpPr/>
              <p:nvPr/>
            </p:nvSpPr>
            <p:spPr>
              <a:xfrm>
                <a:off x="498097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42" name="Oval 1541">
                <a:extLst>
                  <a:ext uri="{FF2B5EF4-FFF2-40B4-BE49-F238E27FC236}">
                    <a16:creationId xmlns:a16="http://schemas.microsoft.com/office/drawing/2014/main" id="{165CCDD1-ACEC-F6D5-9ADB-B6166754E499}"/>
                  </a:ext>
                </a:extLst>
              </p:cNvPr>
              <p:cNvSpPr/>
              <p:nvPr/>
            </p:nvSpPr>
            <p:spPr>
              <a:xfrm>
                <a:off x="4232100" y="373952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43" name="Oval 1542">
                <a:extLst>
                  <a:ext uri="{FF2B5EF4-FFF2-40B4-BE49-F238E27FC236}">
                    <a16:creationId xmlns:a16="http://schemas.microsoft.com/office/drawing/2014/main" id="{A7F75887-9FD7-7E24-30BB-70BA46874FF6}"/>
                  </a:ext>
                </a:extLst>
              </p:cNvPr>
              <p:cNvSpPr/>
              <p:nvPr/>
            </p:nvSpPr>
            <p:spPr>
              <a:xfrm>
                <a:off x="4386972" y="373946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44" name="Oval 1543">
                <a:extLst>
                  <a:ext uri="{FF2B5EF4-FFF2-40B4-BE49-F238E27FC236}">
                    <a16:creationId xmlns:a16="http://schemas.microsoft.com/office/drawing/2014/main" id="{0D3D1739-FD4F-CD37-0070-0A40B46ABBB6}"/>
                  </a:ext>
                </a:extLst>
              </p:cNvPr>
              <p:cNvSpPr/>
              <p:nvPr/>
            </p:nvSpPr>
            <p:spPr>
              <a:xfrm>
                <a:off x="4872807" y="373946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561" name="Rectangle 1560">
            <a:extLst>
              <a:ext uri="{FF2B5EF4-FFF2-40B4-BE49-F238E27FC236}">
                <a16:creationId xmlns:a16="http://schemas.microsoft.com/office/drawing/2014/main" id="{998A0AF8-26DE-55B0-7124-D585592AD29E}"/>
              </a:ext>
            </a:extLst>
          </p:cNvPr>
          <p:cNvSpPr/>
          <p:nvPr/>
        </p:nvSpPr>
        <p:spPr>
          <a:xfrm>
            <a:off x="4101179" y="1817438"/>
            <a:ext cx="1761882" cy="24179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62" name="Picture 14">
            <a:extLst>
              <a:ext uri="{FF2B5EF4-FFF2-40B4-BE49-F238E27FC236}">
                <a16:creationId xmlns:a16="http://schemas.microsoft.com/office/drawing/2014/main" id="{068740F9-9268-B887-4419-4EBAFF0BE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309" y="1934458"/>
            <a:ext cx="1136598" cy="65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>
                <a:lumMod val="10000"/>
              </a:schemeClr>
            </a:solidFill>
          </a:ln>
        </p:spPr>
      </p:pic>
      <p:sp>
        <p:nvSpPr>
          <p:cNvPr id="1563" name="TextBox 1562">
            <a:extLst>
              <a:ext uri="{FF2B5EF4-FFF2-40B4-BE49-F238E27FC236}">
                <a16:creationId xmlns:a16="http://schemas.microsoft.com/office/drawing/2014/main" id="{F84C9BC3-D82C-79A6-7DF5-AA993D8EFDC1}"/>
              </a:ext>
            </a:extLst>
          </p:cNvPr>
          <p:cNvSpPr txBox="1"/>
          <p:nvPr/>
        </p:nvSpPr>
        <p:spPr>
          <a:xfrm>
            <a:off x="4358420" y="2681140"/>
            <a:ext cx="123944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/>
              <a:t>Performance Metric Estimation</a:t>
            </a:r>
          </a:p>
        </p:txBody>
      </p:sp>
      <p:sp>
        <p:nvSpPr>
          <p:cNvPr id="1564" name="TextBox 1563">
            <a:extLst>
              <a:ext uri="{FF2B5EF4-FFF2-40B4-BE49-F238E27FC236}">
                <a16:creationId xmlns:a16="http://schemas.microsoft.com/office/drawing/2014/main" id="{2A9C5FA3-D90E-55FA-0ABD-D9CF62F5A88D}"/>
              </a:ext>
            </a:extLst>
          </p:cNvPr>
          <p:cNvSpPr txBox="1"/>
          <p:nvPr/>
        </p:nvSpPr>
        <p:spPr>
          <a:xfrm>
            <a:off x="4414383" y="3845437"/>
            <a:ext cx="1112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/>
              <a:t>Posterior Distribution </a:t>
            </a:r>
          </a:p>
          <a:p>
            <a:pPr algn="ctr"/>
            <a:r>
              <a:rPr lang="en-US" sz="600" dirty="0"/>
              <a:t>of Degradation Parameters</a:t>
            </a:r>
          </a:p>
        </p:txBody>
      </p:sp>
      <p:grpSp>
        <p:nvGrpSpPr>
          <p:cNvPr id="1565" name="Group 1564">
            <a:extLst>
              <a:ext uri="{FF2B5EF4-FFF2-40B4-BE49-F238E27FC236}">
                <a16:creationId xmlns:a16="http://schemas.microsoft.com/office/drawing/2014/main" id="{B940B701-A1F6-F704-1ED1-09FC3DF7B70F}"/>
              </a:ext>
            </a:extLst>
          </p:cNvPr>
          <p:cNvGrpSpPr/>
          <p:nvPr/>
        </p:nvGrpSpPr>
        <p:grpSpPr>
          <a:xfrm>
            <a:off x="4265318" y="3188802"/>
            <a:ext cx="1410935" cy="567163"/>
            <a:chOff x="4077336" y="2679336"/>
            <a:chExt cx="1410935" cy="567163"/>
          </a:xfrm>
        </p:grpSpPr>
        <p:sp>
          <p:nvSpPr>
            <p:cNvPr id="1566" name="Rectangle 1565">
              <a:extLst>
                <a:ext uri="{FF2B5EF4-FFF2-40B4-BE49-F238E27FC236}">
                  <a16:creationId xmlns:a16="http://schemas.microsoft.com/office/drawing/2014/main" id="{6C96CBD1-B581-1121-FD76-8A869C9CC1B0}"/>
                </a:ext>
              </a:extLst>
            </p:cNvPr>
            <p:cNvSpPr/>
            <p:nvPr/>
          </p:nvSpPr>
          <p:spPr>
            <a:xfrm>
              <a:off x="4077336" y="2679336"/>
              <a:ext cx="1410935" cy="5671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67" name="Group 1566">
              <a:extLst>
                <a:ext uri="{FF2B5EF4-FFF2-40B4-BE49-F238E27FC236}">
                  <a16:creationId xmlns:a16="http://schemas.microsoft.com/office/drawing/2014/main" id="{AF0A247A-5C7B-37EB-157E-9F078C095D33}"/>
                </a:ext>
              </a:extLst>
            </p:cNvPr>
            <p:cNvGrpSpPr/>
            <p:nvPr/>
          </p:nvGrpSpPr>
          <p:grpSpPr>
            <a:xfrm>
              <a:off x="4112389" y="2701932"/>
              <a:ext cx="1328716" cy="490848"/>
              <a:chOff x="4022506" y="3306647"/>
              <a:chExt cx="1328716" cy="490848"/>
            </a:xfrm>
          </p:grpSpPr>
          <p:pic>
            <p:nvPicPr>
              <p:cNvPr id="1568" name="Picture 1567">
                <a:extLst>
                  <a:ext uri="{FF2B5EF4-FFF2-40B4-BE49-F238E27FC236}">
                    <a16:creationId xmlns:a16="http://schemas.microsoft.com/office/drawing/2014/main" id="{B9F7406F-FF5B-7541-DC4D-6D8AC2BB67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22506" y="3306647"/>
                <a:ext cx="1328716" cy="318892"/>
              </a:xfrm>
              <a:prstGeom prst="rect">
                <a:avLst/>
              </a:prstGeom>
            </p:spPr>
          </p:pic>
          <p:grpSp>
            <p:nvGrpSpPr>
              <p:cNvPr id="1569" name="Group 1568">
                <a:extLst>
                  <a:ext uri="{FF2B5EF4-FFF2-40B4-BE49-F238E27FC236}">
                    <a16:creationId xmlns:a16="http://schemas.microsoft.com/office/drawing/2014/main" id="{F569F19B-2AB2-6176-1772-7EFA7CDACAF2}"/>
                  </a:ext>
                </a:extLst>
              </p:cNvPr>
              <p:cNvGrpSpPr/>
              <p:nvPr/>
            </p:nvGrpSpPr>
            <p:grpSpPr>
              <a:xfrm>
                <a:off x="4045160" y="3606319"/>
                <a:ext cx="1289849" cy="91440"/>
                <a:chOff x="4045160" y="3606319"/>
                <a:chExt cx="1289849" cy="91440"/>
              </a:xfrm>
            </p:grpSpPr>
            <p:grpSp>
              <p:nvGrpSpPr>
                <p:cNvPr id="1584" name="Group 1583">
                  <a:extLst>
                    <a:ext uri="{FF2B5EF4-FFF2-40B4-BE49-F238E27FC236}">
                      <a16:creationId xmlns:a16="http://schemas.microsoft.com/office/drawing/2014/main" id="{EF2404AD-5749-110D-989F-985823D416B3}"/>
                    </a:ext>
                  </a:extLst>
                </p:cNvPr>
                <p:cNvGrpSpPr/>
                <p:nvPr/>
              </p:nvGrpSpPr>
              <p:grpSpPr>
                <a:xfrm>
                  <a:off x="4045160" y="3606319"/>
                  <a:ext cx="1289849" cy="91440"/>
                  <a:chOff x="4045160" y="3606319"/>
                  <a:chExt cx="1289849" cy="91440"/>
                </a:xfrm>
              </p:grpSpPr>
              <p:grpSp>
                <p:nvGrpSpPr>
                  <p:cNvPr id="1590" name="Group 1589">
                    <a:extLst>
                      <a:ext uri="{FF2B5EF4-FFF2-40B4-BE49-F238E27FC236}">
                        <a16:creationId xmlns:a16="http://schemas.microsoft.com/office/drawing/2014/main" id="{37A2F0A6-3E65-A25C-127D-4993B2AB605C}"/>
                      </a:ext>
                    </a:extLst>
                  </p:cNvPr>
                  <p:cNvGrpSpPr/>
                  <p:nvPr/>
                </p:nvGrpSpPr>
                <p:grpSpPr>
                  <a:xfrm>
                    <a:off x="4045160" y="3610283"/>
                    <a:ext cx="1289849" cy="82296"/>
                    <a:chOff x="4045160" y="3610283"/>
                    <a:chExt cx="1289849" cy="82296"/>
                  </a:xfrm>
                </p:grpSpPr>
                <p:cxnSp>
                  <p:nvCxnSpPr>
                    <p:cNvPr id="1592" name="Straight Connector 1591">
                      <a:extLst>
                        <a:ext uri="{FF2B5EF4-FFF2-40B4-BE49-F238E27FC236}">
                          <a16:creationId xmlns:a16="http://schemas.microsoft.com/office/drawing/2014/main" id="{FF667C03-C791-1B84-F98F-2457DB86685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045160" y="3649978"/>
                      <a:ext cx="1289849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593" name="Oval 1592">
                      <a:extLst>
                        <a:ext uri="{FF2B5EF4-FFF2-40B4-BE49-F238E27FC236}">
                          <a16:creationId xmlns:a16="http://schemas.microsoft.com/office/drawing/2014/main" id="{4FBC7979-18A5-8590-8872-F6B83997EF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17825" y="3627118"/>
                      <a:ext cx="45719" cy="45719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94" name="Oval 1593">
                      <a:extLst>
                        <a:ext uri="{FF2B5EF4-FFF2-40B4-BE49-F238E27FC236}">
                          <a16:creationId xmlns:a16="http://schemas.microsoft.com/office/drawing/2014/main" id="{C5B2AE52-F2A2-DF56-26B2-D78D3F91E2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12836" y="3615378"/>
                      <a:ext cx="73152" cy="6919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95" name="Oval 1594">
                      <a:extLst>
                        <a:ext uri="{FF2B5EF4-FFF2-40B4-BE49-F238E27FC236}">
                          <a16:creationId xmlns:a16="http://schemas.microsoft.com/office/drawing/2014/main" id="{E2001A7F-6258-756F-129B-672A9E674A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40704" y="3610283"/>
                      <a:ext cx="82296" cy="82296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96" name="Oval 1595">
                      <a:extLst>
                        <a:ext uri="{FF2B5EF4-FFF2-40B4-BE49-F238E27FC236}">
                          <a16:creationId xmlns:a16="http://schemas.microsoft.com/office/drawing/2014/main" id="{A96D64B1-5AD3-77E1-9D46-948FB81F3D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19802" y="3623941"/>
                      <a:ext cx="54864" cy="54864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597" name="Oval 1596">
                      <a:extLst>
                        <a:ext uri="{FF2B5EF4-FFF2-40B4-BE49-F238E27FC236}">
                          <a16:creationId xmlns:a16="http://schemas.microsoft.com/office/drawing/2014/main" id="{789A3BB0-EC40-B6EF-2191-CE20617FFA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92148" y="3627116"/>
                      <a:ext cx="45719" cy="45719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98" name="Oval 1597">
                      <a:extLst>
                        <a:ext uri="{FF2B5EF4-FFF2-40B4-BE49-F238E27FC236}">
                          <a16:creationId xmlns:a16="http://schemas.microsoft.com/office/drawing/2014/main" id="{BC5E9EC9-7EFA-873A-1A01-D85184EB91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7563" y="3622543"/>
                      <a:ext cx="54864" cy="54864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99" name="Oval 1598">
                      <a:extLst>
                        <a:ext uri="{FF2B5EF4-FFF2-40B4-BE49-F238E27FC236}">
                          <a16:creationId xmlns:a16="http://schemas.microsoft.com/office/drawing/2014/main" id="{36668BDF-4CEA-142C-9425-A45C1269E8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3744" y="3619216"/>
                      <a:ext cx="64008" cy="6400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591" name="Oval 1590">
                    <a:extLst>
                      <a:ext uri="{FF2B5EF4-FFF2-40B4-BE49-F238E27FC236}">
                        <a16:creationId xmlns:a16="http://schemas.microsoft.com/office/drawing/2014/main" id="{7C9A65EE-5432-2E18-A0F4-519C13F63081}"/>
                      </a:ext>
                    </a:extLst>
                  </p:cNvPr>
                  <p:cNvSpPr/>
                  <p:nvPr/>
                </p:nvSpPr>
                <p:spPr>
                  <a:xfrm>
                    <a:off x="4619828" y="3606319"/>
                    <a:ext cx="91440" cy="9144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585" name="Oval 1584">
                  <a:extLst>
                    <a:ext uri="{FF2B5EF4-FFF2-40B4-BE49-F238E27FC236}">
                      <a16:creationId xmlns:a16="http://schemas.microsoft.com/office/drawing/2014/main" id="{36520C38-E607-670D-69BC-2B5E6BA96211}"/>
                    </a:ext>
                  </a:extLst>
                </p:cNvPr>
                <p:cNvSpPr/>
                <p:nvPr/>
              </p:nvSpPr>
              <p:spPr>
                <a:xfrm>
                  <a:off x="4167777" y="3647157"/>
                  <a:ext cx="9144" cy="91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6" name="Oval 1585">
                  <a:extLst>
                    <a:ext uri="{FF2B5EF4-FFF2-40B4-BE49-F238E27FC236}">
                      <a16:creationId xmlns:a16="http://schemas.microsoft.com/office/drawing/2014/main" id="{6E2F1D53-BAB8-DCDF-4842-AB3938354B9F}"/>
                    </a:ext>
                  </a:extLst>
                </p:cNvPr>
                <p:cNvSpPr/>
                <p:nvPr/>
              </p:nvSpPr>
              <p:spPr>
                <a:xfrm>
                  <a:off x="5241327" y="3643940"/>
                  <a:ext cx="9144" cy="91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7" name="Oval 1586">
                  <a:extLst>
                    <a:ext uri="{FF2B5EF4-FFF2-40B4-BE49-F238E27FC236}">
                      <a16:creationId xmlns:a16="http://schemas.microsoft.com/office/drawing/2014/main" id="{E239A55F-27BB-804D-7CD7-4F984082C4D6}"/>
                    </a:ext>
                  </a:extLst>
                </p:cNvPr>
                <p:cNvSpPr/>
                <p:nvPr/>
              </p:nvSpPr>
              <p:spPr>
                <a:xfrm>
                  <a:off x="4225575" y="3639816"/>
                  <a:ext cx="27432" cy="2743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8" name="Oval 1587">
                  <a:extLst>
                    <a:ext uri="{FF2B5EF4-FFF2-40B4-BE49-F238E27FC236}">
                      <a16:creationId xmlns:a16="http://schemas.microsoft.com/office/drawing/2014/main" id="{907390FA-B1DE-3D23-2378-C65484760C31}"/>
                    </a:ext>
                  </a:extLst>
                </p:cNvPr>
                <p:cNvSpPr/>
                <p:nvPr/>
              </p:nvSpPr>
              <p:spPr>
                <a:xfrm>
                  <a:off x="5015582" y="3623940"/>
                  <a:ext cx="54864" cy="548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9" name="Oval 1588">
                  <a:extLst>
                    <a:ext uri="{FF2B5EF4-FFF2-40B4-BE49-F238E27FC236}">
                      <a16:creationId xmlns:a16="http://schemas.microsoft.com/office/drawing/2014/main" id="{BCD79EA2-DA5C-6E1D-AE8C-1D312B610BD3}"/>
                    </a:ext>
                  </a:extLst>
                </p:cNvPr>
                <p:cNvSpPr/>
                <p:nvPr/>
              </p:nvSpPr>
              <p:spPr>
                <a:xfrm>
                  <a:off x="5172664" y="3634523"/>
                  <a:ext cx="27432" cy="2743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570" name="Straight Connector 1569">
                <a:extLst>
                  <a:ext uri="{FF2B5EF4-FFF2-40B4-BE49-F238E27FC236}">
                    <a16:creationId xmlns:a16="http://schemas.microsoft.com/office/drawing/2014/main" id="{EB6BBE15-AAA6-EF71-A23D-5A70DAA600CA}"/>
                  </a:ext>
                </a:extLst>
              </p:cNvPr>
              <p:cNvCxnSpPr/>
              <p:nvPr/>
            </p:nvCxnSpPr>
            <p:spPr>
              <a:xfrm>
                <a:off x="4041939" y="3766957"/>
                <a:ext cx="128984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71" name="Oval 1570">
                <a:extLst>
                  <a:ext uri="{FF2B5EF4-FFF2-40B4-BE49-F238E27FC236}">
                    <a16:creationId xmlns:a16="http://schemas.microsoft.com/office/drawing/2014/main" id="{8DF0B2EF-E72A-D2F0-D28E-4C58EDFB6B5F}"/>
                  </a:ext>
                </a:extLst>
              </p:cNvPr>
              <p:cNvSpPr/>
              <p:nvPr/>
            </p:nvSpPr>
            <p:spPr>
              <a:xfrm>
                <a:off x="4638116" y="3742631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72" name="Oval 1571">
                <a:extLst>
                  <a:ext uri="{FF2B5EF4-FFF2-40B4-BE49-F238E27FC236}">
                    <a16:creationId xmlns:a16="http://schemas.microsoft.com/office/drawing/2014/main" id="{E588929E-7D2E-27B7-024B-D36E940DB385}"/>
                  </a:ext>
                </a:extLst>
              </p:cNvPr>
              <p:cNvSpPr/>
              <p:nvPr/>
            </p:nvSpPr>
            <p:spPr>
              <a:xfrm>
                <a:off x="4668898" y="373952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73" name="Oval 1572">
                <a:extLst>
                  <a:ext uri="{FF2B5EF4-FFF2-40B4-BE49-F238E27FC236}">
                    <a16:creationId xmlns:a16="http://schemas.microsoft.com/office/drawing/2014/main" id="{A9C85525-A4B1-5353-34AE-5F5CAD63327D}"/>
                  </a:ext>
                </a:extLst>
              </p:cNvPr>
              <p:cNvSpPr/>
              <p:nvPr/>
            </p:nvSpPr>
            <p:spPr>
              <a:xfrm>
                <a:off x="4592396" y="3742631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74" name="Oval 1573">
                <a:extLst>
                  <a:ext uri="{FF2B5EF4-FFF2-40B4-BE49-F238E27FC236}">
                    <a16:creationId xmlns:a16="http://schemas.microsoft.com/office/drawing/2014/main" id="{5D368198-20E3-1FF6-9193-A5D59607B031}"/>
                  </a:ext>
                </a:extLst>
              </p:cNvPr>
              <p:cNvSpPr/>
              <p:nvPr/>
            </p:nvSpPr>
            <p:spPr>
              <a:xfrm>
                <a:off x="4706809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75" name="Oval 1574">
                <a:extLst>
                  <a:ext uri="{FF2B5EF4-FFF2-40B4-BE49-F238E27FC236}">
                    <a16:creationId xmlns:a16="http://schemas.microsoft.com/office/drawing/2014/main" id="{CF89613D-B1F2-723A-791C-CBB769674CB3}"/>
                  </a:ext>
                </a:extLst>
              </p:cNvPr>
              <p:cNvSpPr/>
              <p:nvPr/>
            </p:nvSpPr>
            <p:spPr>
              <a:xfrm>
                <a:off x="4552470" y="3739896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76" name="Oval 1575">
                <a:extLst>
                  <a:ext uri="{FF2B5EF4-FFF2-40B4-BE49-F238E27FC236}">
                    <a16:creationId xmlns:a16="http://schemas.microsoft.com/office/drawing/2014/main" id="{1F3FD12C-D439-E5FA-74E0-B0E62808A9B3}"/>
                  </a:ext>
                </a:extLst>
              </p:cNvPr>
              <p:cNvSpPr/>
              <p:nvPr/>
            </p:nvSpPr>
            <p:spPr>
              <a:xfrm>
                <a:off x="4745575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77" name="Oval 1576">
                <a:extLst>
                  <a:ext uri="{FF2B5EF4-FFF2-40B4-BE49-F238E27FC236}">
                    <a16:creationId xmlns:a16="http://schemas.microsoft.com/office/drawing/2014/main" id="{1BE19E64-2243-2AD5-8DB8-EA899CF9039C}"/>
                  </a:ext>
                </a:extLst>
              </p:cNvPr>
              <p:cNvSpPr/>
              <p:nvPr/>
            </p:nvSpPr>
            <p:spPr>
              <a:xfrm>
                <a:off x="450005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78" name="Oval 1577">
                <a:extLst>
                  <a:ext uri="{FF2B5EF4-FFF2-40B4-BE49-F238E27FC236}">
                    <a16:creationId xmlns:a16="http://schemas.microsoft.com/office/drawing/2014/main" id="{07EF0E24-9448-2FCA-9D74-C44987391C7A}"/>
                  </a:ext>
                </a:extLst>
              </p:cNvPr>
              <p:cNvSpPr/>
              <p:nvPr/>
            </p:nvSpPr>
            <p:spPr>
              <a:xfrm>
                <a:off x="4826656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79" name="Oval 1578">
                <a:extLst>
                  <a:ext uri="{FF2B5EF4-FFF2-40B4-BE49-F238E27FC236}">
                    <a16:creationId xmlns:a16="http://schemas.microsoft.com/office/drawing/2014/main" id="{9A65FC3D-F9FB-C3AD-B0CB-BD6A7153B966}"/>
                  </a:ext>
                </a:extLst>
              </p:cNvPr>
              <p:cNvSpPr/>
              <p:nvPr/>
            </p:nvSpPr>
            <p:spPr>
              <a:xfrm>
                <a:off x="511780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80" name="Oval 1579">
                <a:extLst>
                  <a:ext uri="{FF2B5EF4-FFF2-40B4-BE49-F238E27FC236}">
                    <a16:creationId xmlns:a16="http://schemas.microsoft.com/office/drawing/2014/main" id="{D90C5B2D-C62B-C89A-801D-B8FB8609770F}"/>
                  </a:ext>
                </a:extLst>
              </p:cNvPr>
              <p:cNvSpPr/>
              <p:nvPr/>
            </p:nvSpPr>
            <p:spPr>
              <a:xfrm>
                <a:off x="498097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81" name="Oval 1580">
                <a:extLst>
                  <a:ext uri="{FF2B5EF4-FFF2-40B4-BE49-F238E27FC236}">
                    <a16:creationId xmlns:a16="http://schemas.microsoft.com/office/drawing/2014/main" id="{6AC9916D-66BB-3130-3FFE-D33A138FE935}"/>
                  </a:ext>
                </a:extLst>
              </p:cNvPr>
              <p:cNvSpPr/>
              <p:nvPr/>
            </p:nvSpPr>
            <p:spPr>
              <a:xfrm>
                <a:off x="4232100" y="373952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82" name="Oval 1581">
                <a:extLst>
                  <a:ext uri="{FF2B5EF4-FFF2-40B4-BE49-F238E27FC236}">
                    <a16:creationId xmlns:a16="http://schemas.microsoft.com/office/drawing/2014/main" id="{589DCEB9-1BAB-E66B-ED64-22F0B3EF6146}"/>
                  </a:ext>
                </a:extLst>
              </p:cNvPr>
              <p:cNvSpPr/>
              <p:nvPr/>
            </p:nvSpPr>
            <p:spPr>
              <a:xfrm>
                <a:off x="4386972" y="373946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83" name="Oval 1582">
                <a:extLst>
                  <a:ext uri="{FF2B5EF4-FFF2-40B4-BE49-F238E27FC236}">
                    <a16:creationId xmlns:a16="http://schemas.microsoft.com/office/drawing/2014/main" id="{585995CF-149C-7026-6A16-F70E770AA214}"/>
                  </a:ext>
                </a:extLst>
              </p:cNvPr>
              <p:cNvSpPr/>
              <p:nvPr/>
            </p:nvSpPr>
            <p:spPr>
              <a:xfrm>
                <a:off x="4872807" y="373946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00" name="Group 1599">
            <a:extLst>
              <a:ext uri="{FF2B5EF4-FFF2-40B4-BE49-F238E27FC236}">
                <a16:creationId xmlns:a16="http://schemas.microsoft.com/office/drawing/2014/main" id="{93E804D8-86D6-8294-237B-737FEC1E329D}"/>
              </a:ext>
            </a:extLst>
          </p:cNvPr>
          <p:cNvGrpSpPr/>
          <p:nvPr/>
        </p:nvGrpSpPr>
        <p:grpSpPr>
          <a:xfrm>
            <a:off x="4299688" y="3223868"/>
            <a:ext cx="1410935" cy="567163"/>
            <a:chOff x="4077336" y="2679336"/>
            <a:chExt cx="1410935" cy="567163"/>
          </a:xfrm>
        </p:grpSpPr>
        <p:sp>
          <p:nvSpPr>
            <p:cNvPr id="1601" name="Rectangle 1600">
              <a:extLst>
                <a:ext uri="{FF2B5EF4-FFF2-40B4-BE49-F238E27FC236}">
                  <a16:creationId xmlns:a16="http://schemas.microsoft.com/office/drawing/2014/main" id="{A5A04769-7637-E5FB-AD60-86903608FB9F}"/>
                </a:ext>
              </a:extLst>
            </p:cNvPr>
            <p:cNvSpPr/>
            <p:nvPr/>
          </p:nvSpPr>
          <p:spPr>
            <a:xfrm>
              <a:off x="4077336" y="2679336"/>
              <a:ext cx="1410935" cy="5671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02" name="Group 1601">
              <a:extLst>
                <a:ext uri="{FF2B5EF4-FFF2-40B4-BE49-F238E27FC236}">
                  <a16:creationId xmlns:a16="http://schemas.microsoft.com/office/drawing/2014/main" id="{03ABB97D-8B43-667A-0476-6B5F19BF0EE2}"/>
                </a:ext>
              </a:extLst>
            </p:cNvPr>
            <p:cNvGrpSpPr/>
            <p:nvPr/>
          </p:nvGrpSpPr>
          <p:grpSpPr>
            <a:xfrm>
              <a:off x="4112389" y="2701932"/>
              <a:ext cx="1328716" cy="490848"/>
              <a:chOff x="4022506" y="3306647"/>
              <a:chExt cx="1328716" cy="490848"/>
            </a:xfrm>
          </p:grpSpPr>
          <p:pic>
            <p:nvPicPr>
              <p:cNvPr id="1603" name="Picture 1602">
                <a:extLst>
                  <a:ext uri="{FF2B5EF4-FFF2-40B4-BE49-F238E27FC236}">
                    <a16:creationId xmlns:a16="http://schemas.microsoft.com/office/drawing/2014/main" id="{BDD0784E-4E0C-1538-9ABB-BE1ED9CF89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22506" y="3306647"/>
                <a:ext cx="1328716" cy="318892"/>
              </a:xfrm>
              <a:prstGeom prst="rect">
                <a:avLst/>
              </a:prstGeom>
            </p:spPr>
          </p:pic>
          <p:grpSp>
            <p:nvGrpSpPr>
              <p:cNvPr id="1604" name="Group 1603">
                <a:extLst>
                  <a:ext uri="{FF2B5EF4-FFF2-40B4-BE49-F238E27FC236}">
                    <a16:creationId xmlns:a16="http://schemas.microsoft.com/office/drawing/2014/main" id="{F9B11B87-40A7-62F9-02D7-1091EB8169D4}"/>
                  </a:ext>
                </a:extLst>
              </p:cNvPr>
              <p:cNvGrpSpPr/>
              <p:nvPr/>
            </p:nvGrpSpPr>
            <p:grpSpPr>
              <a:xfrm>
                <a:off x="4045160" y="3606319"/>
                <a:ext cx="1289849" cy="91440"/>
                <a:chOff x="4045160" y="3606319"/>
                <a:chExt cx="1289849" cy="91440"/>
              </a:xfrm>
            </p:grpSpPr>
            <p:grpSp>
              <p:nvGrpSpPr>
                <p:cNvPr id="1619" name="Group 1618">
                  <a:extLst>
                    <a:ext uri="{FF2B5EF4-FFF2-40B4-BE49-F238E27FC236}">
                      <a16:creationId xmlns:a16="http://schemas.microsoft.com/office/drawing/2014/main" id="{1AF5289C-4A70-D3B8-00E1-64912E271AD2}"/>
                    </a:ext>
                  </a:extLst>
                </p:cNvPr>
                <p:cNvGrpSpPr/>
                <p:nvPr/>
              </p:nvGrpSpPr>
              <p:grpSpPr>
                <a:xfrm>
                  <a:off x="4045160" y="3606319"/>
                  <a:ext cx="1289849" cy="91440"/>
                  <a:chOff x="4045160" y="3606319"/>
                  <a:chExt cx="1289849" cy="91440"/>
                </a:xfrm>
              </p:grpSpPr>
              <p:grpSp>
                <p:nvGrpSpPr>
                  <p:cNvPr id="1625" name="Group 1624">
                    <a:extLst>
                      <a:ext uri="{FF2B5EF4-FFF2-40B4-BE49-F238E27FC236}">
                        <a16:creationId xmlns:a16="http://schemas.microsoft.com/office/drawing/2014/main" id="{4E2DB93F-D558-9239-8D53-F8ADED51ABE5}"/>
                      </a:ext>
                    </a:extLst>
                  </p:cNvPr>
                  <p:cNvGrpSpPr/>
                  <p:nvPr/>
                </p:nvGrpSpPr>
                <p:grpSpPr>
                  <a:xfrm>
                    <a:off x="4045160" y="3610283"/>
                    <a:ext cx="1289849" cy="82296"/>
                    <a:chOff x="4045160" y="3610283"/>
                    <a:chExt cx="1289849" cy="82296"/>
                  </a:xfrm>
                </p:grpSpPr>
                <p:cxnSp>
                  <p:nvCxnSpPr>
                    <p:cNvPr id="1627" name="Straight Connector 1626">
                      <a:extLst>
                        <a:ext uri="{FF2B5EF4-FFF2-40B4-BE49-F238E27FC236}">
                          <a16:creationId xmlns:a16="http://schemas.microsoft.com/office/drawing/2014/main" id="{B971DF7D-F668-70C0-89C4-70B625D398F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045160" y="3649978"/>
                      <a:ext cx="1289849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628" name="Oval 1627">
                      <a:extLst>
                        <a:ext uri="{FF2B5EF4-FFF2-40B4-BE49-F238E27FC236}">
                          <a16:creationId xmlns:a16="http://schemas.microsoft.com/office/drawing/2014/main" id="{E270460F-0D3F-5289-0315-AE8A16E687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17825" y="3627118"/>
                      <a:ext cx="45719" cy="45719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29" name="Oval 1628">
                      <a:extLst>
                        <a:ext uri="{FF2B5EF4-FFF2-40B4-BE49-F238E27FC236}">
                          <a16:creationId xmlns:a16="http://schemas.microsoft.com/office/drawing/2014/main" id="{0000E661-4C2A-3EB4-CED4-8DAB998E7B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12836" y="3615378"/>
                      <a:ext cx="73152" cy="6919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30" name="Oval 1629">
                      <a:extLst>
                        <a:ext uri="{FF2B5EF4-FFF2-40B4-BE49-F238E27FC236}">
                          <a16:creationId xmlns:a16="http://schemas.microsoft.com/office/drawing/2014/main" id="{55DE4881-8E07-A21A-5446-5862BADFF0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40704" y="3610283"/>
                      <a:ext cx="82296" cy="82296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31" name="Oval 1630">
                      <a:extLst>
                        <a:ext uri="{FF2B5EF4-FFF2-40B4-BE49-F238E27FC236}">
                          <a16:creationId xmlns:a16="http://schemas.microsoft.com/office/drawing/2014/main" id="{374543F4-1931-2152-6E63-76D40B09C3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19802" y="3623941"/>
                      <a:ext cx="54864" cy="54864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32" name="Oval 1631">
                      <a:extLst>
                        <a:ext uri="{FF2B5EF4-FFF2-40B4-BE49-F238E27FC236}">
                          <a16:creationId xmlns:a16="http://schemas.microsoft.com/office/drawing/2014/main" id="{DFC3EAE1-39E4-A382-FEB9-D96E5966EB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92148" y="3627116"/>
                      <a:ext cx="45719" cy="45719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33" name="Oval 1632">
                      <a:extLst>
                        <a:ext uri="{FF2B5EF4-FFF2-40B4-BE49-F238E27FC236}">
                          <a16:creationId xmlns:a16="http://schemas.microsoft.com/office/drawing/2014/main" id="{85813EFF-38C7-391D-01D7-A9EBDC3E60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7563" y="3622543"/>
                      <a:ext cx="54864" cy="54864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34" name="Oval 1633">
                      <a:extLst>
                        <a:ext uri="{FF2B5EF4-FFF2-40B4-BE49-F238E27FC236}">
                          <a16:creationId xmlns:a16="http://schemas.microsoft.com/office/drawing/2014/main" id="{BBB05432-78D8-1917-A788-67A97AA3F0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3744" y="3619216"/>
                      <a:ext cx="64008" cy="6400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626" name="Oval 1625">
                    <a:extLst>
                      <a:ext uri="{FF2B5EF4-FFF2-40B4-BE49-F238E27FC236}">
                        <a16:creationId xmlns:a16="http://schemas.microsoft.com/office/drawing/2014/main" id="{B2381757-2700-3D6C-CCF3-A015505BB65E}"/>
                      </a:ext>
                    </a:extLst>
                  </p:cNvPr>
                  <p:cNvSpPr/>
                  <p:nvPr/>
                </p:nvSpPr>
                <p:spPr>
                  <a:xfrm>
                    <a:off x="4619828" y="3606319"/>
                    <a:ext cx="91440" cy="9144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620" name="Oval 1619">
                  <a:extLst>
                    <a:ext uri="{FF2B5EF4-FFF2-40B4-BE49-F238E27FC236}">
                      <a16:creationId xmlns:a16="http://schemas.microsoft.com/office/drawing/2014/main" id="{8911FA4D-00F2-A9DF-762E-EB26C52FD553}"/>
                    </a:ext>
                  </a:extLst>
                </p:cNvPr>
                <p:cNvSpPr/>
                <p:nvPr/>
              </p:nvSpPr>
              <p:spPr>
                <a:xfrm>
                  <a:off x="4167777" y="3647157"/>
                  <a:ext cx="9144" cy="91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1" name="Oval 1620">
                  <a:extLst>
                    <a:ext uri="{FF2B5EF4-FFF2-40B4-BE49-F238E27FC236}">
                      <a16:creationId xmlns:a16="http://schemas.microsoft.com/office/drawing/2014/main" id="{FDB4A1E2-3190-99FC-FBC1-8B87A996EF00}"/>
                    </a:ext>
                  </a:extLst>
                </p:cNvPr>
                <p:cNvSpPr/>
                <p:nvPr/>
              </p:nvSpPr>
              <p:spPr>
                <a:xfrm>
                  <a:off x="5241327" y="3643940"/>
                  <a:ext cx="9144" cy="91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2" name="Oval 1621">
                  <a:extLst>
                    <a:ext uri="{FF2B5EF4-FFF2-40B4-BE49-F238E27FC236}">
                      <a16:creationId xmlns:a16="http://schemas.microsoft.com/office/drawing/2014/main" id="{1DC96FD1-B052-8CD5-E007-D3DB785144C0}"/>
                    </a:ext>
                  </a:extLst>
                </p:cNvPr>
                <p:cNvSpPr/>
                <p:nvPr/>
              </p:nvSpPr>
              <p:spPr>
                <a:xfrm>
                  <a:off x="4225575" y="3639816"/>
                  <a:ext cx="27432" cy="2743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3" name="Oval 1622">
                  <a:extLst>
                    <a:ext uri="{FF2B5EF4-FFF2-40B4-BE49-F238E27FC236}">
                      <a16:creationId xmlns:a16="http://schemas.microsoft.com/office/drawing/2014/main" id="{64D4BEEB-FE82-AF26-8C47-976830EAF971}"/>
                    </a:ext>
                  </a:extLst>
                </p:cNvPr>
                <p:cNvSpPr/>
                <p:nvPr/>
              </p:nvSpPr>
              <p:spPr>
                <a:xfrm>
                  <a:off x="5015582" y="3623940"/>
                  <a:ext cx="54864" cy="548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4" name="Oval 1623">
                  <a:extLst>
                    <a:ext uri="{FF2B5EF4-FFF2-40B4-BE49-F238E27FC236}">
                      <a16:creationId xmlns:a16="http://schemas.microsoft.com/office/drawing/2014/main" id="{2A6CEF28-3B15-B2CC-5688-2EF1F020E754}"/>
                    </a:ext>
                  </a:extLst>
                </p:cNvPr>
                <p:cNvSpPr/>
                <p:nvPr/>
              </p:nvSpPr>
              <p:spPr>
                <a:xfrm>
                  <a:off x="5172664" y="3634523"/>
                  <a:ext cx="27432" cy="2743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605" name="Straight Connector 1604">
                <a:extLst>
                  <a:ext uri="{FF2B5EF4-FFF2-40B4-BE49-F238E27FC236}">
                    <a16:creationId xmlns:a16="http://schemas.microsoft.com/office/drawing/2014/main" id="{AA7EA304-4FE7-7E27-2A21-A0CE88E097FA}"/>
                  </a:ext>
                </a:extLst>
              </p:cNvPr>
              <p:cNvCxnSpPr/>
              <p:nvPr/>
            </p:nvCxnSpPr>
            <p:spPr>
              <a:xfrm>
                <a:off x="4041939" y="3766957"/>
                <a:ext cx="128984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06" name="Oval 1605">
                <a:extLst>
                  <a:ext uri="{FF2B5EF4-FFF2-40B4-BE49-F238E27FC236}">
                    <a16:creationId xmlns:a16="http://schemas.microsoft.com/office/drawing/2014/main" id="{B9F70189-0106-27FD-D52D-4F61DF34681B}"/>
                  </a:ext>
                </a:extLst>
              </p:cNvPr>
              <p:cNvSpPr/>
              <p:nvPr/>
            </p:nvSpPr>
            <p:spPr>
              <a:xfrm>
                <a:off x="4638116" y="3742631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07" name="Oval 1606">
                <a:extLst>
                  <a:ext uri="{FF2B5EF4-FFF2-40B4-BE49-F238E27FC236}">
                    <a16:creationId xmlns:a16="http://schemas.microsoft.com/office/drawing/2014/main" id="{6CCEFE5D-A092-3675-F07C-9E4A08512C8B}"/>
                  </a:ext>
                </a:extLst>
              </p:cNvPr>
              <p:cNvSpPr/>
              <p:nvPr/>
            </p:nvSpPr>
            <p:spPr>
              <a:xfrm>
                <a:off x="4668898" y="373952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08" name="Oval 1607">
                <a:extLst>
                  <a:ext uri="{FF2B5EF4-FFF2-40B4-BE49-F238E27FC236}">
                    <a16:creationId xmlns:a16="http://schemas.microsoft.com/office/drawing/2014/main" id="{E61397EF-1F39-3436-E854-3986AA686F13}"/>
                  </a:ext>
                </a:extLst>
              </p:cNvPr>
              <p:cNvSpPr/>
              <p:nvPr/>
            </p:nvSpPr>
            <p:spPr>
              <a:xfrm>
                <a:off x="4592396" y="3742631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09" name="Oval 1608">
                <a:extLst>
                  <a:ext uri="{FF2B5EF4-FFF2-40B4-BE49-F238E27FC236}">
                    <a16:creationId xmlns:a16="http://schemas.microsoft.com/office/drawing/2014/main" id="{738430A4-F436-FD1D-3D83-41230244728C}"/>
                  </a:ext>
                </a:extLst>
              </p:cNvPr>
              <p:cNvSpPr/>
              <p:nvPr/>
            </p:nvSpPr>
            <p:spPr>
              <a:xfrm>
                <a:off x="4706809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10" name="Oval 1609">
                <a:extLst>
                  <a:ext uri="{FF2B5EF4-FFF2-40B4-BE49-F238E27FC236}">
                    <a16:creationId xmlns:a16="http://schemas.microsoft.com/office/drawing/2014/main" id="{51A805E4-F893-92EE-65E7-4832FCE306D0}"/>
                  </a:ext>
                </a:extLst>
              </p:cNvPr>
              <p:cNvSpPr/>
              <p:nvPr/>
            </p:nvSpPr>
            <p:spPr>
              <a:xfrm>
                <a:off x="4552470" y="3739896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11" name="Oval 1610">
                <a:extLst>
                  <a:ext uri="{FF2B5EF4-FFF2-40B4-BE49-F238E27FC236}">
                    <a16:creationId xmlns:a16="http://schemas.microsoft.com/office/drawing/2014/main" id="{AAFD6B85-03EB-41D6-9B1F-0647DCC927CE}"/>
                  </a:ext>
                </a:extLst>
              </p:cNvPr>
              <p:cNvSpPr/>
              <p:nvPr/>
            </p:nvSpPr>
            <p:spPr>
              <a:xfrm>
                <a:off x="4745575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12" name="Oval 1611">
                <a:extLst>
                  <a:ext uri="{FF2B5EF4-FFF2-40B4-BE49-F238E27FC236}">
                    <a16:creationId xmlns:a16="http://schemas.microsoft.com/office/drawing/2014/main" id="{1A8E8C56-3951-8E01-26D4-90AE6FE9C711}"/>
                  </a:ext>
                </a:extLst>
              </p:cNvPr>
              <p:cNvSpPr/>
              <p:nvPr/>
            </p:nvSpPr>
            <p:spPr>
              <a:xfrm>
                <a:off x="450005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13" name="Oval 1612">
                <a:extLst>
                  <a:ext uri="{FF2B5EF4-FFF2-40B4-BE49-F238E27FC236}">
                    <a16:creationId xmlns:a16="http://schemas.microsoft.com/office/drawing/2014/main" id="{855AB1D6-A639-D814-89D3-E3F0917E58BD}"/>
                  </a:ext>
                </a:extLst>
              </p:cNvPr>
              <p:cNvSpPr/>
              <p:nvPr/>
            </p:nvSpPr>
            <p:spPr>
              <a:xfrm>
                <a:off x="4826656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14" name="Oval 1613">
                <a:extLst>
                  <a:ext uri="{FF2B5EF4-FFF2-40B4-BE49-F238E27FC236}">
                    <a16:creationId xmlns:a16="http://schemas.microsoft.com/office/drawing/2014/main" id="{C939038C-1C22-01ED-6FC2-473FE287732F}"/>
                  </a:ext>
                </a:extLst>
              </p:cNvPr>
              <p:cNvSpPr/>
              <p:nvPr/>
            </p:nvSpPr>
            <p:spPr>
              <a:xfrm>
                <a:off x="511780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15" name="Oval 1614">
                <a:extLst>
                  <a:ext uri="{FF2B5EF4-FFF2-40B4-BE49-F238E27FC236}">
                    <a16:creationId xmlns:a16="http://schemas.microsoft.com/office/drawing/2014/main" id="{6013A023-7CAA-2C50-B8A4-EABE13E72D1A}"/>
                  </a:ext>
                </a:extLst>
              </p:cNvPr>
              <p:cNvSpPr/>
              <p:nvPr/>
            </p:nvSpPr>
            <p:spPr>
              <a:xfrm>
                <a:off x="498097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16" name="Oval 1615">
                <a:extLst>
                  <a:ext uri="{FF2B5EF4-FFF2-40B4-BE49-F238E27FC236}">
                    <a16:creationId xmlns:a16="http://schemas.microsoft.com/office/drawing/2014/main" id="{6C3E9E2C-BC4B-595A-A90F-B6E8B13FA9F4}"/>
                  </a:ext>
                </a:extLst>
              </p:cNvPr>
              <p:cNvSpPr/>
              <p:nvPr/>
            </p:nvSpPr>
            <p:spPr>
              <a:xfrm>
                <a:off x="4232100" y="373952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17" name="Oval 1616">
                <a:extLst>
                  <a:ext uri="{FF2B5EF4-FFF2-40B4-BE49-F238E27FC236}">
                    <a16:creationId xmlns:a16="http://schemas.microsoft.com/office/drawing/2014/main" id="{05926584-1597-F156-0FB4-ECD0E7E4307D}"/>
                  </a:ext>
                </a:extLst>
              </p:cNvPr>
              <p:cNvSpPr/>
              <p:nvPr/>
            </p:nvSpPr>
            <p:spPr>
              <a:xfrm>
                <a:off x="4386972" y="373946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18" name="Oval 1617">
                <a:extLst>
                  <a:ext uri="{FF2B5EF4-FFF2-40B4-BE49-F238E27FC236}">
                    <a16:creationId xmlns:a16="http://schemas.microsoft.com/office/drawing/2014/main" id="{E546F1FA-B146-519C-556E-BA70C6789186}"/>
                  </a:ext>
                </a:extLst>
              </p:cNvPr>
              <p:cNvSpPr/>
              <p:nvPr/>
            </p:nvSpPr>
            <p:spPr>
              <a:xfrm>
                <a:off x="4872807" y="373946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635" name="Straight Arrow Connector 1634">
            <a:extLst>
              <a:ext uri="{FF2B5EF4-FFF2-40B4-BE49-F238E27FC236}">
                <a16:creationId xmlns:a16="http://schemas.microsoft.com/office/drawing/2014/main" id="{D5091B8E-C8CC-D742-BFBB-D5E0CEFF8186}"/>
              </a:ext>
            </a:extLst>
          </p:cNvPr>
          <p:cNvCxnSpPr>
            <a:cxnSpLocks/>
            <a:stCxn id="1563" idx="2"/>
          </p:cNvCxnSpPr>
          <p:nvPr/>
        </p:nvCxnSpPr>
        <p:spPr>
          <a:xfrm>
            <a:off x="4978142" y="2865806"/>
            <a:ext cx="1" cy="265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6" name="Group 1635">
            <a:extLst>
              <a:ext uri="{FF2B5EF4-FFF2-40B4-BE49-F238E27FC236}">
                <a16:creationId xmlns:a16="http://schemas.microsoft.com/office/drawing/2014/main" id="{51ACCB65-7598-7625-4D12-6574052C137B}"/>
              </a:ext>
            </a:extLst>
          </p:cNvPr>
          <p:cNvGrpSpPr/>
          <p:nvPr/>
        </p:nvGrpSpPr>
        <p:grpSpPr>
          <a:xfrm>
            <a:off x="3401491" y="2044844"/>
            <a:ext cx="696024" cy="660428"/>
            <a:chOff x="625157" y="3010359"/>
            <a:chExt cx="696024" cy="660428"/>
          </a:xfrm>
        </p:grpSpPr>
        <p:pic>
          <p:nvPicPr>
            <p:cNvPr id="1637" name="Picture 4" descr="25,411 Sensor Data Icon Royalty-Free Images, Stock Photos &amp; Pictures |  Shutterstock">
              <a:extLst>
                <a:ext uri="{FF2B5EF4-FFF2-40B4-BE49-F238E27FC236}">
                  <a16:creationId xmlns:a16="http://schemas.microsoft.com/office/drawing/2014/main" id="{AD8F43F6-0CCA-8140-64D8-67CCF31C11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67" t="12794" r="24839" b="16479"/>
            <a:stretch>
              <a:fillRect/>
            </a:stretch>
          </p:blipFill>
          <p:spPr bwMode="auto">
            <a:xfrm>
              <a:off x="763528" y="3010359"/>
              <a:ext cx="419277" cy="411065"/>
            </a:xfrm>
            <a:prstGeom prst="rect">
              <a:avLst/>
            </a:prstGeom>
            <a:noFill/>
            <a:ln>
              <a:solidFill>
                <a:schemeClr val="bg2">
                  <a:lumMod val="1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38" name="TextBox 1637">
              <a:extLst>
                <a:ext uri="{FF2B5EF4-FFF2-40B4-BE49-F238E27FC236}">
                  <a16:creationId xmlns:a16="http://schemas.microsoft.com/office/drawing/2014/main" id="{959B66D5-56F1-BD45-E695-0D8E877A13D1}"/>
                </a:ext>
              </a:extLst>
            </p:cNvPr>
            <p:cNvSpPr txBox="1"/>
            <p:nvPr/>
          </p:nvSpPr>
          <p:spPr>
            <a:xfrm>
              <a:off x="625157" y="3393788"/>
              <a:ext cx="6960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/>
                <a:t>Sensor</a:t>
              </a:r>
            </a:p>
            <a:p>
              <a:pPr algn="ctr"/>
              <a:r>
                <a:rPr lang="en-US" sz="600" dirty="0"/>
                <a:t>measurements</a:t>
              </a:r>
            </a:p>
          </p:txBody>
        </p:sp>
      </p:grpSp>
      <p:cxnSp>
        <p:nvCxnSpPr>
          <p:cNvPr id="1639" name="Straight Arrow Connector 1638">
            <a:extLst>
              <a:ext uri="{FF2B5EF4-FFF2-40B4-BE49-F238E27FC236}">
                <a16:creationId xmlns:a16="http://schemas.microsoft.com/office/drawing/2014/main" id="{3BB1D9BC-ACA1-DC09-70B4-C28689E0FEE9}"/>
              </a:ext>
            </a:extLst>
          </p:cNvPr>
          <p:cNvCxnSpPr>
            <a:cxnSpLocks/>
          </p:cNvCxnSpPr>
          <p:nvPr/>
        </p:nvCxnSpPr>
        <p:spPr>
          <a:xfrm>
            <a:off x="4005643" y="2228047"/>
            <a:ext cx="308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0" name="TextBox 1639">
            <a:extLst>
              <a:ext uri="{FF2B5EF4-FFF2-40B4-BE49-F238E27FC236}">
                <a16:creationId xmlns:a16="http://schemas.microsoft.com/office/drawing/2014/main" id="{5F7D8496-A9CF-541D-8CD8-B33EB63FDB3F}"/>
              </a:ext>
            </a:extLst>
          </p:cNvPr>
          <p:cNvSpPr txBox="1"/>
          <p:nvPr/>
        </p:nvSpPr>
        <p:spPr>
          <a:xfrm>
            <a:off x="4398629" y="1464302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Estimation</a:t>
            </a:r>
          </a:p>
        </p:txBody>
      </p:sp>
      <p:grpSp>
        <p:nvGrpSpPr>
          <p:cNvPr id="1641" name="Group 1640">
            <a:extLst>
              <a:ext uri="{FF2B5EF4-FFF2-40B4-BE49-F238E27FC236}">
                <a16:creationId xmlns:a16="http://schemas.microsoft.com/office/drawing/2014/main" id="{F11EBBCD-6D0A-0576-E231-058D954BB5C9}"/>
              </a:ext>
            </a:extLst>
          </p:cNvPr>
          <p:cNvGrpSpPr/>
          <p:nvPr/>
        </p:nvGrpSpPr>
        <p:grpSpPr>
          <a:xfrm>
            <a:off x="6607400" y="3076931"/>
            <a:ext cx="1410935" cy="567163"/>
            <a:chOff x="4077336" y="2679336"/>
            <a:chExt cx="1410935" cy="567163"/>
          </a:xfrm>
        </p:grpSpPr>
        <p:sp>
          <p:nvSpPr>
            <p:cNvPr id="1642" name="Rectangle 1641">
              <a:extLst>
                <a:ext uri="{FF2B5EF4-FFF2-40B4-BE49-F238E27FC236}">
                  <a16:creationId xmlns:a16="http://schemas.microsoft.com/office/drawing/2014/main" id="{D3C395E6-2FFB-F9C4-70D6-49E468439DD9}"/>
                </a:ext>
              </a:extLst>
            </p:cNvPr>
            <p:cNvSpPr/>
            <p:nvPr/>
          </p:nvSpPr>
          <p:spPr>
            <a:xfrm>
              <a:off x="4077336" y="2679336"/>
              <a:ext cx="1410935" cy="5671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43" name="Group 1642">
              <a:extLst>
                <a:ext uri="{FF2B5EF4-FFF2-40B4-BE49-F238E27FC236}">
                  <a16:creationId xmlns:a16="http://schemas.microsoft.com/office/drawing/2014/main" id="{12E6E280-6240-EE8A-D6D4-FCC1E38F0BAF}"/>
                </a:ext>
              </a:extLst>
            </p:cNvPr>
            <p:cNvGrpSpPr/>
            <p:nvPr/>
          </p:nvGrpSpPr>
          <p:grpSpPr>
            <a:xfrm>
              <a:off x="4112389" y="2701932"/>
              <a:ext cx="1328716" cy="490848"/>
              <a:chOff x="4022506" y="3306647"/>
              <a:chExt cx="1328716" cy="490848"/>
            </a:xfrm>
          </p:grpSpPr>
          <p:pic>
            <p:nvPicPr>
              <p:cNvPr id="1644" name="Picture 1643">
                <a:extLst>
                  <a:ext uri="{FF2B5EF4-FFF2-40B4-BE49-F238E27FC236}">
                    <a16:creationId xmlns:a16="http://schemas.microsoft.com/office/drawing/2014/main" id="{024C8FDA-AD4D-6E7E-9DA6-AAF45C63FD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22506" y="3306647"/>
                <a:ext cx="1328716" cy="318892"/>
              </a:xfrm>
              <a:prstGeom prst="rect">
                <a:avLst/>
              </a:prstGeom>
            </p:spPr>
          </p:pic>
          <p:grpSp>
            <p:nvGrpSpPr>
              <p:cNvPr id="1645" name="Group 1644">
                <a:extLst>
                  <a:ext uri="{FF2B5EF4-FFF2-40B4-BE49-F238E27FC236}">
                    <a16:creationId xmlns:a16="http://schemas.microsoft.com/office/drawing/2014/main" id="{71462A5E-3078-F311-37C8-DB588D34B42A}"/>
                  </a:ext>
                </a:extLst>
              </p:cNvPr>
              <p:cNvGrpSpPr/>
              <p:nvPr/>
            </p:nvGrpSpPr>
            <p:grpSpPr>
              <a:xfrm>
                <a:off x="4045160" y="3606319"/>
                <a:ext cx="1289849" cy="91440"/>
                <a:chOff x="4045160" y="3606319"/>
                <a:chExt cx="1289849" cy="91440"/>
              </a:xfrm>
            </p:grpSpPr>
            <p:grpSp>
              <p:nvGrpSpPr>
                <p:cNvPr id="1660" name="Group 1659">
                  <a:extLst>
                    <a:ext uri="{FF2B5EF4-FFF2-40B4-BE49-F238E27FC236}">
                      <a16:creationId xmlns:a16="http://schemas.microsoft.com/office/drawing/2014/main" id="{0189A34C-10CA-D6A9-5FEB-BEDBC95D0C33}"/>
                    </a:ext>
                  </a:extLst>
                </p:cNvPr>
                <p:cNvGrpSpPr/>
                <p:nvPr/>
              </p:nvGrpSpPr>
              <p:grpSpPr>
                <a:xfrm>
                  <a:off x="4045160" y="3606319"/>
                  <a:ext cx="1289849" cy="91440"/>
                  <a:chOff x="4045160" y="3606319"/>
                  <a:chExt cx="1289849" cy="91440"/>
                </a:xfrm>
              </p:grpSpPr>
              <p:grpSp>
                <p:nvGrpSpPr>
                  <p:cNvPr id="1666" name="Group 1665">
                    <a:extLst>
                      <a:ext uri="{FF2B5EF4-FFF2-40B4-BE49-F238E27FC236}">
                        <a16:creationId xmlns:a16="http://schemas.microsoft.com/office/drawing/2014/main" id="{3F9FBD74-144B-868A-08CF-865A72402D25}"/>
                      </a:ext>
                    </a:extLst>
                  </p:cNvPr>
                  <p:cNvGrpSpPr/>
                  <p:nvPr/>
                </p:nvGrpSpPr>
                <p:grpSpPr>
                  <a:xfrm>
                    <a:off x="4045160" y="3610283"/>
                    <a:ext cx="1289849" cy="82296"/>
                    <a:chOff x="4045160" y="3610283"/>
                    <a:chExt cx="1289849" cy="82296"/>
                  </a:xfrm>
                </p:grpSpPr>
                <p:cxnSp>
                  <p:nvCxnSpPr>
                    <p:cNvPr id="1668" name="Straight Connector 1667">
                      <a:extLst>
                        <a:ext uri="{FF2B5EF4-FFF2-40B4-BE49-F238E27FC236}">
                          <a16:creationId xmlns:a16="http://schemas.microsoft.com/office/drawing/2014/main" id="{14880C42-F94B-E74D-7A21-46DB9C60FA6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045160" y="3649978"/>
                      <a:ext cx="1289849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669" name="Oval 1668">
                      <a:extLst>
                        <a:ext uri="{FF2B5EF4-FFF2-40B4-BE49-F238E27FC236}">
                          <a16:creationId xmlns:a16="http://schemas.microsoft.com/office/drawing/2014/main" id="{7049A91C-F517-354C-7B81-B757AEB486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17825" y="3627118"/>
                      <a:ext cx="45719" cy="45719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70" name="Oval 1669">
                      <a:extLst>
                        <a:ext uri="{FF2B5EF4-FFF2-40B4-BE49-F238E27FC236}">
                          <a16:creationId xmlns:a16="http://schemas.microsoft.com/office/drawing/2014/main" id="{4ED50D4E-1231-1DEA-5093-1841ACB524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12836" y="3615378"/>
                      <a:ext cx="73152" cy="6919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71" name="Oval 1670">
                      <a:extLst>
                        <a:ext uri="{FF2B5EF4-FFF2-40B4-BE49-F238E27FC236}">
                          <a16:creationId xmlns:a16="http://schemas.microsoft.com/office/drawing/2014/main" id="{EFE6E0F0-6063-F151-B52A-2FE231F94E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40704" y="3610283"/>
                      <a:ext cx="82296" cy="82296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72" name="Oval 1671">
                      <a:extLst>
                        <a:ext uri="{FF2B5EF4-FFF2-40B4-BE49-F238E27FC236}">
                          <a16:creationId xmlns:a16="http://schemas.microsoft.com/office/drawing/2014/main" id="{7AAED8CB-55A1-2579-11C1-2D9E0A77B4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19802" y="3623941"/>
                      <a:ext cx="54864" cy="54864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673" name="Oval 1672">
                      <a:extLst>
                        <a:ext uri="{FF2B5EF4-FFF2-40B4-BE49-F238E27FC236}">
                          <a16:creationId xmlns:a16="http://schemas.microsoft.com/office/drawing/2014/main" id="{6D17902F-2763-8F39-896C-03F2591A02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92148" y="3627116"/>
                      <a:ext cx="45719" cy="45719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74" name="Oval 1673">
                      <a:extLst>
                        <a:ext uri="{FF2B5EF4-FFF2-40B4-BE49-F238E27FC236}">
                          <a16:creationId xmlns:a16="http://schemas.microsoft.com/office/drawing/2014/main" id="{31755BC8-B8A1-50BB-F537-23CA5CED95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7563" y="3622543"/>
                      <a:ext cx="54864" cy="54864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75" name="Oval 1674">
                      <a:extLst>
                        <a:ext uri="{FF2B5EF4-FFF2-40B4-BE49-F238E27FC236}">
                          <a16:creationId xmlns:a16="http://schemas.microsoft.com/office/drawing/2014/main" id="{DFE846CF-56A3-E156-1A23-90A95D7F49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3744" y="3619216"/>
                      <a:ext cx="64008" cy="6400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667" name="Oval 1666">
                    <a:extLst>
                      <a:ext uri="{FF2B5EF4-FFF2-40B4-BE49-F238E27FC236}">
                        <a16:creationId xmlns:a16="http://schemas.microsoft.com/office/drawing/2014/main" id="{E4F90DA4-5D7B-6FE0-BB29-0448993E332B}"/>
                      </a:ext>
                    </a:extLst>
                  </p:cNvPr>
                  <p:cNvSpPr/>
                  <p:nvPr/>
                </p:nvSpPr>
                <p:spPr>
                  <a:xfrm>
                    <a:off x="4619828" y="3606319"/>
                    <a:ext cx="91440" cy="9144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661" name="Oval 1660">
                  <a:extLst>
                    <a:ext uri="{FF2B5EF4-FFF2-40B4-BE49-F238E27FC236}">
                      <a16:creationId xmlns:a16="http://schemas.microsoft.com/office/drawing/2014/main" id="{4F52B7C3-9610-48EB-9DCE-76901ABF6B15}"/>
                    </a:ext>
                  </a:extLst>
                </p:cNvPr>
                <p:cNvSpPr/>
                <p:nvPr/>
              </p:nvSpPr>
              <p:spPr>
                <a:xfrm>
                  <a:off x="4167777" y="3647157"/>
                  <a:ext cx="9144" cy="91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2" name="Oval 1661">
                  <a:extLst>
                    <a:ext uri="{FF2B5EF4-FFF2-40B4-BE49-F238E27FC236}">
                      <a16:creationId xmlns:a16="http://schemas.microsoft.com/office/drawing/2014/main" id="{15D4BDDE-902F-2EB2-34EE-69997477AE9D}"/>
                    </a:ext>
                  </a:extLst>
                </p:cNvPr>
                <p:cNvSpPr/>
                <p:nvPr/>
              </p:nvSpPr>
              <p:spPr>
                <a:xfrm>
                  <a:off x="5241327" y="3643940"/>
                  <a:ext cx="9144" cy="91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3" name="Oval 1662">
                  <a:extLst>
                    <a:ext uri="{FF2B5EF4-FFF2-40B4-BE49-F238E27FC236}">
                      <a16:creationId xmlns:a16="http://schemas.microsoft.com/office/drawing/2014/main" id="{86241396-B07D-EF12-A436-10FE29796371}"/>
                    </a:ext>
                  </a:extLst>
                </p:cNvPr>
                <p:cNvSpPr/>
                <p:nvPr/>
              </p:nvSpPr>
              <p:spPr>
                <a:xfrm>
                  <a:off x="4225575" y="3639816"/>
                  <a:ext cx="27432" cy="2743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4" name="Oval 1663">
                  <a:extLst>
                    <a:ext uri="{FF2B5EF4-FFF2-40B4-BE49-F238E27FC236}">
                      <a16:creationId xmlns:a16="http://schemas.microsoft.com/office/drawing/2014/main" id="{0677D251-07B4-7F9D-8552-A2BB714DFF31}"/>
                    </a:ext>
                  </a:extLst>
                </p:cNvPr>
                <p:cNvSpPr/>
                <p:nvPr/>
              </p:nvSpPr>
              <p:spPr>
                <a:xfrm>
                  <a:off x="5015582" y="3623940"/>
                  <a:ext cx="54864" cy="548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5" name="Oval 1664">
                  <a:extLst>
                    <a:ext uri="{FF2B5EF4-FFF2-40B4-BE49-F238E27FC236}">
                      <a16:creationId xmlns:a16="http://schemas.microsoft.com/office/drawing/2014/main" id="{DEDDD593-073D-171F-35F6-84EF13656714}"/>
                    </a:ext>
                  </a:extLst>
                </p:cNvPr>
                <p:cNvSpPr/>
                <p:nvPr/>
              </p:nvSpPr>
              <p:spPr>
                <a:xfrm>
                  <a:off x="5172664" y="3634523"/>
                  <a:ext cx="27432" cy="2743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646" name="Straight Connector 1645">
                <a:extLst>
                  <a:ext uri="{FF2B5EF4-FFF2-40B4-BE49-F238E27FC236}">
                    <a16:creationId xmlns:a16="http://schemas.microsoft.com/office/drawing/2014/main" id="{2538FE7E-2155-5E6E-4BE4-2FC20A147440}"/>
                  </a:ext>
                </a:extLst>
              </p:cNvPr>
              <p:cNvCxnSpPr/>
              <p:nvPr/>
            </p:nvCxnSpPr>
            <p:spPr>
              <a:xfrm>
                <a:off x="4041939" y="3766957"/>
                <a:ext cx="128984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47" name="Oval 1646">
                <a:extLst>
                  <a:ext uri="{FF2B5EF4-FFF2-40B4-BE49-F238E27FC236}">
                    <a16:creationId xmlns:a16="http://schemas.microsoft.com/office/drawing/2014/main" id="{74EBFDC8-2AF4-D6B8-2D7B-00846EA04841}"/>
                  </a:ext>
                </a:extLst>
              </p:cNvPr>
              <p:cNvSpPr/>
              <p:nvPr/>
            </p:nvSpPr>
            <p:spPr>
              <a:xfrm>
                <a:off x="4638116" y="3742631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48" name="Oval 1647">
                <a:extLst>
                  <a:ext uri="{FF2B5EF4-FFF2-40B4-BE49-F238E27FC236}">
                    <a16:creationId xmlns:a16="http://schemas.microsoft.com/office/drawing/2014/main" id="{FE0576DE-F1A0-B547-E32E-BCD3031AAFDA}"/>
                  </a:ext>
                </a:extLst>
              </p:cNvPr>
              <p:cNvSpPr/>
              <p:nvPr/>
            </p:nvSpPr>
            <p:spPr>
              <a:xfrm>
                <a:off x="4668898" y="373952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49" name="Oval 1648">
                <a:extLst>
                  <a:ext uri="{FF2B5EF4-FFF2-40B4-BE49-F238E27FC236}">
                    <a16:creationId xmlns:a16="http://schemas.microsoft.com/office/drawing/2014/main" id="{45AB479A-434B-A8B8-10F6-B0D75268C97E}"/>
                  </a:ext>
                </a:extLst>
              </p:cNvPr>
              <p:cNvSpPr/>
              <p:nvPr/>
            </p:nvSpPr>
            <p:spPr>
              <a:xfrm>
                <a:off x="4592396" y="3742631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0" name="Oval 1649">
                <a:extLst>
                  <a:ext uri="{FF2B5EF4-FFF2-40B4-BE49-F238E27FC236}">
                    <a16:creationId xmlns:a16="http://schemas.microsoft.com/office/drawing/2014/main" id="{28BBBA28-E7A8-00B2-D0A5-8D0AFD2D938B}"/>
                  </a:ext>
                </a:extLst>
              </p:cNvPr>
              <p:cNvSpPr/>
              <p:nvPr/>
            </p:nvSpPr>
            <p:spPr>
              <a:xfrm>
                <a:off x="4706809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1" name="Oval 1650">
                <a:extLst>
                  <a:ext uri="{FF2B5EF4-FFF2-40B4-BE49-F238E27FC236}">
                    <a16:creationId xmlns:a16="http://schemas.microsoft.com/office/drawing/2014/main" id="{5C158223-3891-140F-C91C-2D9BE8C06636}"/>
                  </a:ext>
                </a:extLst>
              </p:cNvPr>
              <p:cNvSpPr/>
              <p:nvPr/>
            </p:nvSpPr>
            <p:spPr>
              <a:xfrm>
                <a:off x="4552470" y="3739896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2" name="Oval 1651">
                <a:extLst>
                  <a:ext uri="{FF2B5EF4-FFF2-40B4-BE49-F238E27FC236}">
                    <a16:creationId xmlns:a16="http://schemas.microsoft.com/office/drawing/2014/main" id="{46327797-70E7-BED3-8279-DDB3B585B33C}"/>
                  </a:ext>
                </a:extLst>
              </p:cNvPr>
              <p:cNvSpPr/>
              <p:nvPr/>
            </p:nvSpPr>
            <p:spPr>
              <a:xfrm>
                <a:off x="4745575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3" name="Oval 1652">
                <a:extLst>
                  <a:ext uri="{FF2B5EF4-FFF2-40B4-BE49-F238E27FC236}">
                    <a16:creationId xmlns:a16="http://schemas.microsoft.com/office/drawing/2014/main" id="{86DEF6CA-663D-231C-1185-7E9D437FC2F0}"/>
                  </a:ext>
                </a:extLst>
              </p:cNvPr>
              <p:cNvSpPr/>
              <p:nvPr/>
            </p:nvSpPr>
            <p:spPr>
              <a:xfrm>
                <a:off x="450005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4" name="Oval 1653">
                <a:extLst>
                  <a:ext uri="{FF2B5EF4-FFF2-40B4-BE49-F238E27FC236}">
                    <a16:creationId xmlns:a16="http://schemas.microsoft.com/office/drawing/2014/main" id="{5F70AD6E-666E-49BC-9689-76949709BE53}"/>
                  </a:ext>
                </a:extLst>
              </p:cNvPr>
              <p:cNvSpPr/>
              <p:nvPr/>
            </p:nvSpPr>
            <p:spPr>
              <a:xfrm>
                <a:off x="4826656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5" name="Oval 1654">
                <a:extLst>
                  <a:ext uri="{FF2B5EF4-FFF2-40B4-BE49-F238E27FC236}">
                    <a16:creationId xmlns:a16="http://schemas.microsoft.com/office/drawing/2014/main" id="{F713ED5C-5CC1-A560-B604-B7EBEC74B94D}"/>
                  </a:ext>
                </a:extLst>
              </p:cNvPr>
              <p:cNvSpPr/>
              <p:nvPr/>
            </p:nvSpPr>
            <p:spPr>
              <a:xfrm>
                <a:off x="511780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6" name="Oval 1655">
                <a:extLst>
                  <a:ext uri="{FF2B5EF4-FFF2-40B4-BE49-F238E27FC236}">
                    <a16:creationId xmlns:a16="http://schemas.microsoft.com/office/drawing/2014/main" id="{137596AE-2B77-DA15-EDB6-974A27737222}"/>
                  </a:ext>
                </a:extLst>
              </p:cNvPr>
              <p:cNvSpPr/>
              <p:nvPr/>
            </p:nvSpPr>
            <p:spPr>
              <a:xfrm>
                <a:off x="498097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7" name="Oval 1656">
                <a:extLst>
                  <a:ext uri="{FF2B5EF4-FFF2-40B4-BE49-F238E27FC236}">
                    <a16:creationId xmlns:a16="http://schemas.microsoft.com/office/drawing/2014/main" id="{0EA1C19B-28A1-72BF-A9E9-8968A37D1FA3}"/>
                  </a:ext>
                </a:extLst>
              </p:cNvPr>
              <p:cNvSpPr/>
              <p:nvPr/>
            </p:nvSpPr>
            <p:spPr>
              <a:xfrm>
                <a:off x="4232100" y="373952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8" name="Oval 1657">
                <a:extLst>
                  <a:ext uri="{FF2B5EF4-FFF2-40B4-BE49-F238E27FC236}">
                    <a16:creationId xmlns:a16="http://schemas.microsoft.com/office/drawing/2014/main" id="{9BA8DCC7-E829-60ED-F473-2A548490D1A2}"/>
                  </a:ext>
                </a:extLst>
              </p:cNvPr>
              <p:cNvSpPr/>
              <p:nvPr/>
            </p:nvSpPr>
            <p:spPr>
              <a:xfrm>
                <a:off x="4386972" y="373946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59" name="Oval 1658">
                <a:extLst>
                  <a:ext uri="{FF2B5EF4-FFF2-40B4-BE49-F238E27FC236}">
                    <a16:creationId xmlns:a16="http://schemas.microsoft.com/office/drawing/2014/main" id="{CF4F5EBC-70A3-9568-6EB5-23B3AD0CA99E}"/>
                  </a:ext>
                </a:extLst>
              </p:cNvPr>
              <p:cNvSpPr/>
              <p:nvPr/>
            </p:nvSpPr>
            <p:spPr>
              <a:xfrm>
                <a:off x="4872807" y="373946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676" name="Rectangle 1675">
            <a:extLst>
              <a:ext uri="{FF2B5EF4-FFF2-40B4-BE49-F238E27FC236}">
                <a16:creationId xmlns:a16="http://schemas.microsoft.com/office/drawing/2014/main" id="{333D4CF3-1853-3556-04B8-E9E1398B5B37}"/>
              </a:ext>
            </a:extLst>
          </p:cNvPr>
          <p:cNvSpPr/>
          <p:nvPr/>
        </p:nvSpPr>
        <p:spPr>
          <a:xfrm>
            <a:off x="6484581" y="1817438"/>
            <a:ext cx="1761882" cy="24179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7" name="TextBox 1676">
            <a:extLst>
              <a:ext uri="{FF2B5EF4-FFF2-40B4-BE49-F238E27FC236}">
                <a16:creationId xmlns:a16="http://schemas.microsoft.com/office/drawing/2014/main" id="{AE1B6F6C-6C34-BBE9-0F4E-CA1A24BB33C4}"/>
              </a:ext>
            </a:extLst>
          </p:cNvPr>
          <p:cNvSpPr txBox="1"/>
          <p:nvPr/>
        </p:nvSpPr>
        <p:spPr>
          <a:xfrm>
            <a:off x="6782914" y="1468869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en-US" dirty="0"/>
              <a:t>Prediction</a:t>
            </a:r>
          </a:p>
        </p:txBody>
      </p:sp>
      <p:pic>
        <p:nvPicPr>
          <p:cNvPr id="1678" name="Picture 1677">
            <a:extLst>
              <a:ext uri="{FF2B5EF4-FFF2-40B4-BE49-F238E27FC236}">
                <a16:creationId xmlns:a16="http://schemas.microsoft.com/office/drawing/2014/main" id="{AAC85FCD-FF2E-4585-16DE-121BD434BC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121"/>
          <a:stretch>
            <a:fillRect/>
          </a:stretch>
        </p:blipFill>
        <p:spPr>
          <a:xfrm>
            <a:off x="6647261" y="1898469"/>
            <a:ext cx="982521" cy="8433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>
                <a:lumMod val="10000"/>
              </a:schemeClr>
            </a:solidFill>
          </a:ln>
        </p:spPr>
      </p:pic>
      <p:grpSp>
        <p:nvGrpSpPr>
          <p:cNvPr id="1679" name="Group 1678">
            <a:extLst>
              <a:ext uri="{FF2B5EF4-FFF2-40B4-BE49-F238E27FC236}">
                <a16:creationId xmlns:a16="http://schemas.microsoft.com/office/drawing/2014/main" id="{F21EF987-A2EC-B4FE-3FA0-0CED435E1E45}"/>
              </a:ext>
            </a:extLst>
          </p:cNvPr>
          <p:cNvGrpSpPr/>
          <p:nvPr/>
        </p:nvGrpSpPr>
        <p:grpSpPr>
          <a:xfrm>
            <a:off x="4333666" y="3258244"/>
            <a:ext cx="1410935" cy="567163"/>
            <a:chOff x="4077336" y="2679336"/>
            <a:chExt cx="1410935" cy="567163"/>
          </a:xfrm>
        </p:grpSpPr>
        <p:sp>
          <p:nvSpPr>
            <p:cNvPr id="1680" name="Rectangle 1679">
              <a:extLst>
                <a:ext uri="{FF2B5EF4-FFF2-40B4-BE49-F238E27FC236}">
                  <a16:creationId xmlns:a16="http://schemas.microsoft.com/office/drawing/2014/main" id="{7764E065-2C5D-3DF1-73C0-8C6C7DF89ABE}"/>
                </a:ext>
              </a:extLst>
            </p:cNvPr>
            <p:cNvSpPr/>
            <p:nvPr/>
          </p:nvSpPr>
          <p:spPr>
            <a:xfrm>
              <a:off x="4077336" y="2679336"/>
              <a:ext cx="1410935" cy="5671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81" name="Group 1680">
              <a:extLst>
                <a:ext uri="{FF2B5EF4-FFF2-40B4-BE49-F238E27FC236}">
                  <a16:creationId xmlns:a16="http://schemas.microsoft.com/office/drawing/2014/main" id="{B45FD861-C4AB-EF2E-4763-0B3EC32C6167}"/>
                </a:ext>
              </a:extLst>
            </p:cNvPr>
            <p:cNvGrpSpPr/>
            <p:nvPr/>
          </p:nvGrpSpPr>
          <p:grpSpPr>
            <a:xfrm>
              <a:off x="4131822" y="3001604"/>
              <a:ext cx="1293070" cy="191176"/>
              <a:chOff x="4041939" y="3606319"/>
              <a:chExt cx="1293070" cy="191176"/>
            </a:xfrm>
          </p:grpSpPr>
          <p:grpSp>
            <p:nvGrpSpPr>
              <p:cNvPr id="1683" name="Group 1682">
                <a:extLst>
                  <a:ext uri="{FF2B5EF4-FFF2-40B4-BE49-F238E27FC236}">
                    <a16:creationId xmlns:a16="http://schemas.microsoft.com/office/drawing/2014/main" id="{3156CCAF-CA75-5007-F0AA-4E1196C50F8B}"/>
                  </a:ext>
                </a:extLst>
              </p:cNvPr>
              <p:cNvGrpSpPr/>
              <p:nvPr/>
            </p:nvGrpSpPr>
            <p:grpSpPr>
              <a:xfrm>
                <a:off x="4045160" y="3606319"/>
                <a:ext cx="1289849" cy="91440"/>
                <a:chOff x="4045160" y="3606319"/>
                <a:chExt cx="1289849" cy="91440"/>
              </a:xfrm>
            </p:grpSpPr>
            <p:grpSp>
              <p:nvGrpSpPr>
                <p:cNvPr id="1698" name="Group 1697">
                  <a:extLst>
                    <a:ext uri="{FF2B5EF4-FFF2-40B4-BE49-F238E27FC236}">
                      <a16:creationId xmlns:a16="http://schemas.microsoft.com/office/drawing/2014/main" id="{D05658C4-7A1E-6DA0-3838-8561519B1F14}"/>
                    </a:ext>
                  </a:extLst>
                </p:cNvPr>
                <p:cNvGrpSpPr/>
                <p:nvPr/>
              </p:nvGrpSpPr>
              <p:grpSpPr>
                <a:xfrm>
                  <a:off x="4045160" y="3606319"/>
                  <a:ext cx="1289849" cy="91440"/>
                  <a:chOff x="4045160" y="3606319"/>
                  <a:chExt cx="1289849" cy="91440"/>
                </a:xfrm>
              </p:grpSpPr>
              <p:grpSp>
                <p:nvGrpSpPr>
                  <p:cNvPr id="1704" name="Group 1703">
                    <a:extLst>
                      <a:ext uri="{FF2B5EF4-FFF2-40B4-BE49-F238E27FC236}">
                        <a16:creationId xmlns:a16="http://schemas.microsoft.com/office/drawing/2014/main" id="{22064088-7968-5C34-762E-B9B8F6622930}"/>
                      </a:ext>
                    </a:extLst>
                  </p:cNvPr>
                  <p:cNvGrpSpPr/>
                  <p:nvPr/>
                </p:nvGrpSpPr>
                <p:grpSpPr>
                  <a:xfrm>
                    <a:off x="4045160" y="3610283"/>
                    <a:ext cx="1289849" cy="82296"/>
                    <a:chOff x="4045160" y="3610283"/>
                    <a:chExt cx="1289849" cy="82296"/>
                  </a:xfrm>
                </p:grpSpPr>
                <p:cxnSp>
                  <p:nvCxnSpPr>
                    <p:cNvPr id="1706" name="Straight Connector 1705">
                      <a:extLst>
                        <a:ext uri="{FF2B5EF4-FFF2-40B4-BE49-F238E27FC236}">
                          <a16:creationId xmlns:a16="http://schemas.microsoft.com/office/drawing/2014/main" id="{1159C8CA-A21A-DC68-AE44-7A0393E5A3F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045160" y="3649978"/>
                      <a:ext cx="1289849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07" name="Oval 1706">
                      <a:extLst>
                        <a:ext uri="{FF2B5EF4-FFF2-40B4-BE49-F238E27FC236}">
                          <a16:creationId xmlns:a16="http://schemas.microsoft.com/office/drawing/2014/main" id="{DBF5DC7E-6BD0-A675-3086-4D66CCC377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17825" y="3627118"/>
                      <a:ext cx="45719" cy="45719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08" name="Oval 1707">
                      <a:extLst>
                        <a:ext uri="{FF2B5EF4-FFF2-40B4-BE49-F238E27FC236}">
                          <a16:creationId xmlns:a16="http://schemas.microsoft.com/office/drawing/2014/main" id="{95EADA26-44E8-933E-D025-F056472E51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12836" y="3615378"/>
                      <a:ext cx="73152" cy="6919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09" name="Oval 1708">
                      <a:extLst>
                        <a:ext uri="{FF2B5EF4-FFF2-40B4-BE49-F238E27FC236}">
                          <a16:creationId xmlns:a16="http://schemas.microsoft.com/office/drawing/2014/main" id="{79BF0895-C06E-FBDF-C0B0-B57C960568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40704" y="3610283"/>
                      <a:ext cx="82296" cy="82296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10" name="Oval 1709">
                      <a:extLst>
                        <a:ext uri="{FF2B5EF4-FFF2-40B4-BE49-F238E27FC236}">
                          <a16:creationId xmlns:a16="http://schemas.microsoft.com/office/drawing/2014/main" id="{36D4E0C9-829E-A8FD-101C-5F2841E998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19802" y="3623941"/>
                      <a:ext cx="54864" cy="54864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711" name="Oval 1710">
                      <a:extLst>
                        <a:ext uri="{FF2B5EF4-FFF2-40B4-BE49-F238E27FC236}">
                          <a16:creationId xmlns:a16="http://schemas.microsoft.com/office/drawing/2014/main" id="{696C6E11-1B02-0714-CC27-6325529B49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92148" y="3627116"/>
                      <a:ext cx="45719" cy="45719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12" name="Oval 1711">
                      <a:extLst>
                        <a:ext uri="{FF2B5EF4-FFF2-40B4-BE49-F238E27FC236}">
                          <a16:creationId xmlns:a16="http://schemas.microsoft.com/office/drawing/2014/main" id="{C71C40B7-2A33-3F3A-CEA1-0CA061139D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7563" y="3622543"/>
                      <a:ext cx="54864" cy="54864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13" name="Oval 1712">
                      <a:extLst>
                        <a:ext uri="{FF2B5EF4-FFF2-40B4-BE49-F238E27FC236}">
                          <a16:creationId xmlns:a16="http://schemas.microsoft.com/office/drawing/2014/main" id="{B3D89BBA-0147-57F7-AF84-0F7E107570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23744" y="3619216"/>
                      <a:ext cx="64008" cy="64008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705" name="Oval 1704">
                    <a:extLst>
                      <a:ext uri="{FF2B5EF4-FFF2-40B4-BE49-F238E27FC236}">
                        <a16:creationId xmlns:a16="http://schemas.microsoft.com/office/drawing/2014/main" id="{E8BB05D9-9730-923F-909F-F6486E7B749E}"/>
                      </a:ext>
                    </a:extLst>
                  </p:cNvPr>
                  <p:cNvSpPr/>
                  <p:nvPr/>
                </p:nvSpPr>
                <p:spPr>
                  <a:xfrm>
                    <a:off x="4619828" y="3606319"/>
                    <a:ext cx="91440" cy="9144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699" name="Oval 1698">
                  <a:extLst>
                    <a:ext uri="{FF2B5EF4-FFF2-40B4-BE49-F238E27FC236}">
                      <a16:creationId xmlns:a16="http://schemas.microsoft.com/office/drawing/2014/main" id="{D185ACB4-0CB7-4BA0-D2C2-CFA06E5222A6}"/>
                    </a:ext>
                  </a:extLst>
                </p:cNvPr>
                <p:cNvSpPr/>
                <p:nvPr/>
              </p:nvSpPr>
              <p:spPr>
                <a:xfrm>
                  <a:off x="4167777" y="3647157"/>
                  <a:ext cx="9144" cy="91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0" name="Oval 1699">
                  <a:extLst>
                    <a:ext uri="{FF2B5EF4-FFF2-40B4-BE49-F238E27FC236}">
                      <a16:creationId xmlns:a16="http://schemas.microsoft.com/office/drawing/2014/main" id="{CA7D2B39-1700-B191-AC7E-B1607841BCB0}"/>
                    </a:ext>
                  </a:extLst>
                </p:cNvPr>
                <p:cNvSpPr/>
                <p:nvPr/>
              </p:nvSpPr>
              <p:spPr>
                <a:xfrm>
                  <a:off x="5241327" y="3643940"/>
                  <a:ext cx="9144" cy="914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1" name="Oval 1700">
                  <a:extLst>
                    <a:ext uri="{FF2B5EF4-FFF2-40B4-BE49-F238E27FC236}">
                      <a16:creationId xmlns:a16="http://schemas.microsoft.com/office/drawing/2014/main" id="{E375DB8F-B4B0-15E1-430D-84487060B4DA}"/>
                    </a:ext>
                  </a:extLst>
                </p:cNvPr>
                <p:cNvSpPr/>
                <p:nvPr/>
              </p:nvSpPr>
              <p:spPr>
                <a:xfrm>
                  <a:off x="4225575" y="3639816"/>
                  <a:ext cx="27432" cy="2743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2" name="Oval 1701">
                  <a:extLst>
                    <a:ext uri="{FF2B5EF4-FFF2-40B4-BE49-F238E27FC236}">
                      <a16:creationId xmlns:a16="http://schemas.microsoft.com/office/drawing/2014/main" id="{B22641C6-F5ED-06B1-CCD5-4C31713EF681}"/>
                    </a:ext>
                  </a:extLst>
                </p:cNvPr>
                <p:cNvSpPr/>
                <p:nvPr/>
              </p:nvSpPr>
              <p:spPr>
                <a:xfrm>
                  <a:off x="5015582" y="3623940"/>
                  <a:ext cx="54864" cy="5486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3" name="Oval 1702">
                  <a:extLst>
                    <a:ext uri="{FF2B5EF4-FFF2-40B4-BE49-F238E27FC236}">
                      <a16:creationId xmlns:a16="http://schemas.microsoft.com/office/drawing/2014/main" id="{A6702577-ED67-4AA7-707A-55B36A59A6C3}"/>
                    </a:ext>
                  </a:extLst>
                </p:cNvPr>
                <p:cNvSpPr/>
                <p:nvPr/>
              </p:nvSpPr>
              <p:spPr>
                <a:xfrm>
                  <a:off x="5172664" y="3634523"/>
                  <a:ext cx="27432" cy="2743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684" name="Straight Connector 1683">
                <a:extLst>
                  <a:ext uri="{FF2B5EF4-FFF2-40B4-BE49-F238E27FC236}">
                    <a16:creationId xmlns:a16="http://schemas.microsoft.com/office/drawing/2014/main" id="{EE32015A-9C97-1DB0-B0F2-5A0D2E73F159}"/>
                  </a:ext>
                </a:extLst>
              </p:cNvPr>
              <p:cNvCxnSpPr/>
              <p:nvPr/>
            </p:nvCxnSpPr>
            <p:spPr>
              <a:xfrm>
                <a:off x="4041939" y="3766957"/>
                <a:ext cx="128984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85" name="Oval 1684">
                <a:extLst>
                  <a:ext uri="{FF2B5EF4-FFF2-40B4-BE49-F238E27FC236}">
                    <a16:creationId xmlns:a16="http://schemas.microsoft.com/office/drawing/2014/main" id="{701B0EF4-A99A-C83D-B643-8D8F942834D7}"/>
                  </a:ext>
                </a:extLst>
              </p:cNvPr>
              <p:cNvSpPr/>
              <p:nvPr/>
            </p:nvSpPr>
            <p:spPr>
              <a:xfrm>
                <a:off x="4638116" y="3742631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86" name="Oval 1685">
                <a:extLst>
                  <a:ext uri="{FF2B5EF4-FFF2-40B4-BE49-F238E27FC236}">
                    <a16:creationId xmlns:a16="http://schemas.microsoft.com/office/drawing/2014/main" id="{3716D925-53EA-BAF9-4F3F-961EFCFD61AE}"/>
                  </a:ext>
                </a:extLst>
              </p:cNvPr>
              <p:cNvSpPr/>
              <p:nvPr/>
            </p:nvSpPr>
            <p:spPr>
              <a:xfrm>
                <a:off x="4668898" y="373952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87" name="Oval 1686">
                <a:extLst>
                  <a:ext uri="{FF2B5EF4-FFF2-40B4-BE49-F238E27FC236}">
                    <a16:creationId xmlns:a16="http://schemas.microsoft.com/office/drawing/2014/main" id="{0DA19365-83D3-BC16-B8C2-3C986680E9A6}"/>
                  </a:ext>
                </a:extLst>
              </p:cNvPr>
              <p:cNvSpPr/>
              <p:nvPr/>
            </p:nvSpPr>
            <p:spPr>
              <a:xfrm>
                <a:off x="4592396" y="3742631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88" name="Oval 1687">
                <a:extLst>
                  <a:ext uri="{FF2B5EF4-FFF2-40B4-BE49-F238E27FC236}">
                    <a16:creationId xmlns:a16="http://schemas.microsoft.com/office/drawing/2014/main" id="{05D74A91-71FD-8364-018D-A38CD076977B}"/>
                  </a:ext>
                </a:extLst>
              </p:cNvPr>
              <p:cNvSpPr/>
              <p:nvPr/>
            </p:nvSpPr>
            <p:spPr>
              <a:xfrm>
                <a:off x="4706809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89" name="Oval 1688">
                <a:extLst>
                  <a:ext uri="{FF2B5EF4-FFF2-40B4-BE49-F238E27FC236}">
                    <a16:creationId xmlns:a16="http://schemas.microsoft.com/office/drawing/2014/main" id="{4AFAEE58-FFED-E78E-E58E-E11ECED74C6A}"/>
                  </a:ext>
                </a:extLst>
              </p:cNvPr>
              <p:cNvSpPr/>
              <p:nvPr/>
            </p:nvSpPr>
            <p:spPr>
              <a:xfrm>
                <a:off x="4552470" y="3739896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0" name="Oval 1689">
                <a:extLst>
                  <a:ext uri="{FF2B5EF4-FFF2-40B4-BE49-F238E27FC236}">
                    <a16:creationId xmlns:a16="http://schemas.microsoft.com/office/drawing/2014/main" id="{B3B0C5D9-157C-43E0-9BD6-94884F033306}"/>
                  </a:ext>
                </a:extLst>
              </p:cNvPr>
              <p:cNvSpPr/>
              <p:nvPr/>
            </p:nvSpPr>
            <p:spPr>
              <a:xfrm>
                <a:off x="4745575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1" name="Oval 1690">
                <a:extLst>
                  <a:ext uri="{FF2B5EF4-FFF2-40B4-BE49-F238E27FC236}">
                    <a16:creationId xmlns:a16="http://schemas.microsoft.com/office/drawing/2014/main" id="{66E3DDDB-6E7A-8920-8E01-195E236161FC}"/>
                  </a:ext>
                </a:extLst>
              </p:cNvPr>
              <p:cNvSpPr/>
              <p:nvPr/>
            </p:nvSpPr>
            <p:spPr>
              <a:xfrm>
                <a:off x="450005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2" name="Oval 1691">
                <a:extLst>
                  <a:ext uri="{FF2B5EF4-FFF2-40B4-BE49-F238E27FC236}">
                    <a16:creationId xmlns:a16="http://schemas.microsoft.com/office/drawing/2014/main" id="{7F589A1A-E47E-C5FB-883D-EA2E115DAC77}"/>
                  </a:ext>
                </a:extLst>
              </p:cNvPr>
              <p:cNvSpPr/>
              <p:nvPr/>
            </p:nvSpPr>
            <p:spPr>
              <a:xfrm>
                <a:off x="4826656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3" name="Oval 1692">
                <a:extLst>
                  <a:ext uri="{FF2B5EF4-FFF2-40B4-BE49-F238E27FC236}">
                    <a16:creationId xmlns:a16="http://schemas.microsoft.com/office/drawing/2014/main" id="{55273A79-B1C9-BBBC-B89D-D086C2034460}"/>
                  </a:ext>
                </a:extLst>
              </p:cNvPr>
              <p:cNvSpPr/>
              <p:nvPr/>
            </p:nvSpPr>
            <p:spPr>
              <a:xfrm>
                <a:off x="511780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4" name="Oval 1693">
                <a:extLst>
                  <a:ext uri="{FF2B5EF4-FFF2-40B4-BE49-F238E27FC236}">
                    <a16:creationId xmlns:a16="http://schemas.microsoft.com/office/drawing/2014/main" id="{E11E8718-2F33-A9FC-CF93-43519CC37BD7}"/>
                  </a:ext>
                </a:extLst>
              </p:cNvPr>
              <p:cNvSpPr/>
              <p:nvPr/>
            </p:nvSpPr>
            <p:spPr>
              <a:xfrm>
                <a:off x="4980970" y="3742202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5" name="Oval 1694">
                <a:extLst>
                  <a:ext uri="{FF2B5EF4-FFF2-40B4-BE49-F238E27FC236}">
                    <a16:creationId xmlns:a16="http://schemas.microsoft.com/office/drawing/2014/main" id="{2680D1E4-79FE-EA41-378F-498A0F82B165}"/>
                  </a:ext>
                </a:extLst>
              </p:cNvPr>
              <p:cNvSpPr/>
              <p:nvPr/>
            </p:nvSpPr>
            <p:spPr>
              <a:xfrm>
                <a:off x="4232100" y="373952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6" name="Oval 1695">
                <a:extLst>
                  <a:ext uri="{FF2B5EF4-FFF2-40B4-BE49-F238E27FC236}">
                    <a16:creationId xmlns:a16="http://schemas.microsoft.com/office/drawing/2014/main" id="{DABB60C1-E1F4-4E01-7F90-55EF70AED920}"/>
                  </a:ext>
                </a:extLst>
              </p:cNvPr>
              <p:cNvSpPr/>
              <p:nvPr/>
            </p:nvSpPr>
            <p:spPr>
              <a:xfrm>
                <a:off x="4386972" y="373946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7" name="Oval 1696">
                <a:extLst>
                  <a:ext uri="{FF2B5EF4-FFF2-40B4-BE49-F238E27FC236}">
                    <a16:creationId xmlns:a16="http://schemas.microsoft.com/office/drawing/2014/main" id="{6861A706-A40C-5BF8-15A0-3B35C2CEA1C6}"/>
                  </a:ext>
                </a:extLst>
              </p:cNvPr>
              <p:cNvSpPr/>
              <p:nvPr/>
            </p:nvSpPr>
            <p:spPr>
              <a:xfrm>
                <a:off x="4872807" y="3739465"/>
                <a:ext cx="54864" cy="548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1714" name="Picture 1713">
            <a:extLst>
              <a:ext uri="{FF2B5EF4-FFF2-40B4-BE49-F238E27FC236}">
                <a16:creationId xmlns:a16="http://schemas.microsoft.com/office/drawing/2014/main" id="{B4A9F360-6FF0-F1CD-82E1-DE4F66014B9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" r="12391"/>
          <a:stretch>
            <a:fillRect/>
          </a:stretch>
        </p:blipFill>
        <p:spPr>
          <a:xfrm>
            <a:off x="7819516" y="1950377"/>
            <a:ext cx="197842" cy="790399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>
                <a:lumMod val="10000"/>
              </a:schemeClr>
            </a:solidFill>
          </a:ln>
        </p:spPr>
      </p:pic>
      <p:cxnSp>
        <p:nvCxnSpPr>
          <p:cNvPr id="1715" name="Elbow Connector 1714">
            <a:extLst>
              <a:ext uri="{FF2B5EF4-FFF2-40B4-BE49-F238E27FC236}">
                <a16:creationId xmlns:a16="http://schemas.microsoft.com/office/drawing/2014/main" id="{EC746CDA-6798-EE38-CCE2-7CA4D92500D5}"/>
              </a:ext>
            </a:extLst>
          </p:cNvPr>
          <p:cNvCxnSpPr>
            <a:cxnSpLocks/>
            <a:stCxn id="1680" idx="3"/>
            <a:endCxn id="1678" idx="1"/>
          </p:cNvCxnSpPr>
          <p:nvPr/>
        </p:nvCxnSpPr>
        <p:spPr>
          <a:xfrm flipV="1">
            <a:off x="5744601" y="2320131"/>
            <a:ext cx="902660" cy="12216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6" name="TextBox 1715">
            <a:extLst>
              <a:ext uri="{FF2B5EF4-FFF2-40B4-BE49-F238E27FC236}">
                <a16:creationId xmlns:a16="http://schemas.microsoft.com/office/drawing/2014/main" id="{A7D5D26F-2C9C-5230-C8B8-8C99CBFBE832}"/>
              </a:ext>
            </a:extLst>
          </p:cNvPr>
          <p:cNvSpPr txBox="1"/>
          <p:nvPr/>
        </p:nvSpPr>
        <p:spPr>
          <a:xfrm>
            <a:off x="6738483" y="2802187"/>
            <a:ext cx="121700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/>
              <a:t>Stochastic Degradation Model</a:t>
            </a:r>
          </a:p>
        </p:txBody>
      </p:sp>
      <p:pic>
        <p:nvPicPr>
          <p:cNvPr id="1717" name="Picture 1716">
            <a:extLst>
              <a:ext uri="{FF2B5EF4-FFF2-40B4-BE49-F238E27FC236}">
                <a16:creationId xmlns:a16="http://schemas.microsoft.com/office/drawing/2014/main" id="{B96967A3-4F39-CDEC-57C2-C98B3FEF66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5432" y="3205047"/>
            <a:ext cx="1063101" cy="840583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>
                <a:lumMod val="10000"/>
              </a:schemeClr>
            </a:solidFill>
          </a:ln>
        </p:spPr>
      </p:pic>
      <p:pic>
        <p:nvPicPr>
          <p:cNvPr id="1718" name="Picture 1717">
            <a:extLst>
              <a:ext uri="{FF2B5EF4-FFF2-40B4-BE49-F238E27FC236}">
                <a16:creationId xmlns:a16="http://schemas.microsoft.com/office/drawing/2014/main" id="{3AD0ADCD-C740-CA04-BC1E-EBA762C0F3D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121"/>
          <a:stretch>
            <a:fillRect/>
          </a:stretch>
        </p:blipFill>
        <p:spPr>
          <a:xfrm>
            <a:off x="6677229" y="1923915"/>
            <a:ext cx="982521" cy="8433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>
                <a:lumMod val="10000"/>
              </a:schemeClr>
            </a:solidFill>
          </a:ln>
        </p:spPr>
      </p:pic>
      <p:pic>
        <p:nvPicPr>
          <p:cNvPr id="1719" name="Picture 1718">
            <a:extLst>
              <a:ext uri="{FF2B5EF4-FFF2-40B4-BE49-F238E27FC236}">
                <a16:creationId xmlns:a16="http://schemas.microsoft.com/office/drawing/2014/main" id="{4103F054-A163-7118-CE61-6E6DFAE41AC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121"/>
          <a:stretch>
            <a:fillRect/>
          </a:stretch>
        </p:blipFill>
        <p:spPr>
          <a:xfrm>
            <a:off x="6710048" y="1955757"/>
            <a:ext cx="982521" cy="843324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>
                <a:lumMod val="10000"/>
              </a:schemeClr>
            </a:solidFill>
          </a:ln>
        </p:spPr>
      </p:pic>
      <p:sp>
        <p:nvSpPr>
          <p:cNvPr id="1720" name="TextBox 1719">
            <a:extLst>
              <a:ext uri="{FF2B5EF4-FFF2-40B4-BE49-F238E27FC236}">
                <a16:creationId xmlns:a16="http://schemas.microsoft.com/office/drawing/2014/main" id="{6E76DE0E-DF1E-6CB8-F43F-57D31F5EE616}"/>
              </a:ext>
            </a:extLst>
          </p:cNvPr>
          <p:cNvSpPr txBox="1"/>
          <p:nvPr/>
        </p:nvSpPr>
        <p:spPr>
          <a:xfrm>
            <a:off x="6709506" y="4029487"/>
            <a:ext cx="127631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/>
              <a:t>RUL Prediction with Uncertainty</a:t>
            </a:r>
          </a:p>
        </p:txBody>
      </p:sp>
      <p:cxnSp>
        <p:nvCxnSpPr>
          <p:cNvPr id="1721" name="Straight Arrow Connector 1720">
            <a:extLst>
              <a:ext uri="{FF2B5EF4-FFF2-40B4-BE49-F238E27FC236}">
                <a16:creationId xmlns:a16="http://schemas.microsoft.com/office/drawing/2014/main" id="{8B9FFEC4-5A60-FC65-26CF-8A0A77F0E502}"/>
              </a:ext>
            </a:extLst>
          </p:cNvPr>
          <p:cNvCxnSpPr>
            <a:cxnSpLocks/>
          </p:cNvCxnSpPr>
          <p:nvPr/>
        </p:nvCxnSpPr>
        <p:spPr>
          <a:xfrm>
            <a:off x="7346983" y="2956625"/>
            <a:ext cx="0" cy="218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2" name="Chevron 1721">
            <a:extLst>
              <a:ext uri="{FF2B5EF4-FFF2-40B4-BE49-F238E27FC236}">
                <a16:creationId xmlns:a16="http://schemas.microsoft.com/office/drawing/2014/main" id="{50B29882-9090-F6BD-E676-64FE53BFF1A5}"/>
              </a:ext>
            </a:extLst>
          </p:cNvPr>
          <p:cNvSpPr/>
          <p:nvPr/>
        </p:nvSpPr>
        <p:spPr>
          <a:xfrm>
            <a:off x="703381" y="908156"/>
            <a:ext cx="2716541" cy="361424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Estimate System Health</a:t>
            </a:r>
          </a:p>
        </p:txBody>
      </p:sp>
      <p:sp>
        <p:nvSpPr>
          <p:cNvPr id="1723" name="Chevron 1722">
            <a:extLst>
              <a:ext uri="{FF2B5EF4-FFF2-40B4-BE49-F238E27FC236}">
                <a16:creationId xmlns:a16="http://schemas.microsoft.com/office/drawing/2014/main" id="{41990203-DEA8-5C33-5188-BA1563E9F41B}"/>
              </a:ext>
            </a:extLst>
          </p:cNvPr>
          <p:cNvSpPr/>
          <p:nvPr/>
        </p:nvSpPr>
        <p:spPr>
          <a:xfrm>
            <a:off x="3437028" y="916045"/>
            <a:ext cx="2490234" cy="361424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Predict Degradation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24" name="Chevron 1723">
            <a:extLst>
              <a:ext uri="{FF2B5EF4-FFF2-40B4-BE49-F238E27FC236}">
                <a16:creationId xmlns:a16="http://schemas.microsoft.com/office/drawing/2014/main" id="{D629FD2D-9353-BDF9-E902-E633712559BE}"/>
              </a:ext>
            </a:extLst>
          </p:cNvPr>
          <p:cNvSpPr/>
          <p:nvPr/>
        </p:nvSpPr>
        <p:spPr>
          <a:xfrm>
            <a:off x="5927262" y="916045"/>
            <a:ext cx="2605245" cy="361424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Infer RUL Distribution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725" name="Picture 14">
            <a:extLst>
              <a:ext uri="{FF2B5EF4-FFF2-40B4-BE49-F238E27FC236}">
                <a16:creationId xmlns:a16="http://schemas.microsoft.com/office/drawing/2014/main" id="{88676F30-7E02-1612-5C4C-B246CAAB7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199" y="1975806"/>
            <a:ext cx="1136598" cy="65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>
                <a:lumMod val="10000"/>
              </a:schemeClr>
            </a:solidFill>
          </a:ln>
        </p:spPr>
      </p:pic>
      <p:pic>
        <p:nvPicPr>
          <p:cNvPr id="1726" name="Picture 14">
            <a:extLst>
              <a:ext uri="{FF2B5EF4-FFF2-40B4-BE49-F238E27FC236}">
                <a16:creationId xmlns:a16="http://schemas.microsoft.com/office/drawing/2014/main" id="{0ED833DE-3921-1EBF-22E6-4DA772751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501" y="2035015"/>
            <a:ext cx="1136598" cy="65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>
                <a:lumMod val="10000"/>
              </a:schemeClr>
            </a:solidFill>
          </a:ln>
        </p:spPr>
      </p:pic>
      <p:sp>
        <p:nvSpPr>
          <p:cNvPr id="1727" name="TextBox 1726">
            <a:extLst>
              <a:ext uri="{FF2B5EF4-FFF2-40B4-BE49-F238E27FC236}">
                <a16:creationId xmlns:a16="http://schemas.microsoft.com/office/drawing/2014/main" id="{51EAD90E-AE91-AAF2-6CC9-12C847AA0E3F}"/>
              </a:ext>
            </a:extLst>
          </p:cNvPr>
          <p:cNvSpPr txBox="1"/>
          <p:nvPr/>
        </p:nvSpPr>
        <p:spPr>
          <a:xfrm>
            <a:off x="666136" y="3646552"/>
            <a:ext cx="696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/>
              <a:t>Sensor</a:t>
            </a:r>
          </a:p>
          <a:p>
            <a:pPr algn="ctr"/>
            <a:r>
              <a:rPr lang="en-US" sz="600" dirty="0"/>
              <a:t>Measurements</a:t>
            </a:r>
          </a:p>
        </p:txBody>
      </p:sp>
      <p:sp>
        <p:nvSpPr>
          <p:cNvPr id="1728" name="TextBox 1727">
            <a:extLst>
              <a:ext uri="{FF2B5EF4-FFF2-40B4-BE49-F238E27FC236}">
                <a16:creationId xmlns:a16="http://schemas.microsoft.com/office/drawing/2014/main" id="{36282716-83F0-9338-B944-5496BB156608}"/>
              </a:ext>
            </a:extLst>
          </p:cNvPr>
          <p:cNvSpPr txBox="1"/>
          <p:nvPr/>
        </p:nvSpPr>
        <p:spPr>
          <a:xfrm>
            <a:off x="968376" y="4624058"/>
            <a:ext cx="2083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Validated Using Multiple N-CMAPSS Benchmark Datasets</a:t>
            </a:r>
          </a:p>
        </p:txBody>
      </p:sp>
      <p:pic>
        <p:nvPicPr>
          <p:cNvPr id="1729" name="Graphic 1728" descr="Database with solid fill">
            <a:extLst>
              <a:ext uri="{FF2B5EF4-FFF2-40B4-BE49-F238E27FC236}">
                <a16:creationId xmlns:a16="http://schemas.microsoft.com/office/drawing/2014/main" id="{25D93089-FC3D-8882-B931-557609B4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8725" y="4572152"/>
            <a:ext cx="461563" cy="461563"/>
          </a:xfrm>
          <a:prstGeom prst="rect">
            <a:avLst/>
          </a:prstGeom>
        </p:spPr>
      </p:pic>
      <p:sp>
        <p:nvSpPr>
          <p:cNvPr id="1733" name="Text Placeholder 1">
            <a:extLst>
              <a:ext uri="{FF2B5EF4-FFF2-40B4-BE49-F238E27FC236}">
                <a16:creationId xmlns:a16="http://schemas.microsoft.com/office/drawing/2014/main" id="{80D57312-E91B-A54C-28AC-81EF15EDB26D}"/>
              </a:ext>
            </a:extLst>
          </p:cNvPr>
          <p:cNvSpPr txBox="1">
            <a:spLocks/>
          </p:cNvSpPr>
          <p:nvPr/>
        </p:nvSpPr>
        <p:spPr>
          <a:xfrm>
            <a:off x="3317503" y="4564344"/>
            <a:ext cx="2545558" cy="4779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 cap="rnd" cmpd="sng" algn="ctr">
            <a:solidFill>
              <a:srgbClr val="3678DF"/>
            </a:solidFill>
            <a:prstDash val="solid"/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90000" rIns="91440" bIns="90000" rtlCol="0" anchor="ctr" anchorCtr="0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6C00"/>
              </a:buClr>
              <a:buFont typeface="Arial" panose="020B0604020202020204" pitchFamily="34" charset="0"/>
              <a:buNone/>
              <a:tabLst>
                <a:tab pos="266700" algn="l"/>
              </a:tabLst>
              <a:defRPr lang="nl-NL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Arial" panose="020B0604020202020204" pitchFamily="34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de-DE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1" dirty="0">
              <a:solidFill>
                <a:srgbClr val="53565A"/>
              </a:solidFill>
            </a:endParaRPr>
          </a:p>
        </p:txBody>
      </p:sp>
      <p:sp>
        <p:nvSpPr>
          <p:cNvPr id="1734" name="Text Placeholder 1">
            <a:extLst>
              <a:ext uri="{FF2B5EF4-FFF2-40B4-BE49-F238E27FC236}">
                <a16:creationId xmlns:a16="http://schemas.microsoft.com/office/drawing/2014/main" id="{CA0CFE2E-F1B0-9A5F-D4CB-1A8255F829E5}"/>
              </a:ext>
            </a:extLst>
          </p:cNvPr>
          <p:cNvSpPr txBox="1">
            <a:spLocks/>
          </p:cNvSpPr>
          <p:nvPr/>
        </p:nvSpPr>
        <p:spPr>
          <a:xfrm>
            <a:off x="6091991" y="4564344"/>
            <a:ext cx="2491033" cy="4779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 cap="rnd" cmpd="sng" algn="ctr">
            <a:solidFill>
              <a:srgbClr val="3678DF"/>
            </a:solidFill>
            <a:prstDash val="solid"/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90000" rIns="91440" bIns="90000" rtlCol="0" anchor="ctr" anchorCtr="0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6C00"/>
              </a:buClr>
              <a:buFont typeface="Arial" panose="020B0604020202020204" pitchFamily="34" charset="0"/>
              <a:buNone/>
              <a:tabLst>
                <a:tab pos="266700" algn="l"/>
              </a:tabLst>
              <a:defRPr lang="nl-NL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Arial" panose="020B0604020202020204" pitchFamily="34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de-DE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1" dirty="0">
              <a:solidFill>
                <a:srgbClr val="53565A"/>
              </a:solidFill>
            </a:endParaRPr>
          </a:p>
        </p:txBody>
      </p:sp>
      <p:sp>
        <p:nvSpPr>
          <p:cNvPr id="1730" name="TextBox 1729">
            <a:extLst>
              <a:ext uri="{FF2B5EF4-FFF2-40B4-BE49-F238E27FC236}">
                <a16:creationId xmlns:a16="http://schemas.microsoft.com/office/drawing/2014/main" id="{C64D7E31-E220-5352-AB95-7EAE2B7FD58C}"/>
              </a:ext>
            </a:extLst>
          </p:cNvPr>
          <p:cNvSpPr txBox="1"/>
          <p:nvPr/>
        </p:nvSpPr>
        <p:spPr>
          <a:xfrm>
            <a:off x="4054725" y="4580589"/>
            <a:ext cx="1472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800" dirty="0"/>
              <a:t>Competitive Accuracy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800" dirty="0"/>
              <a:t>Interpretable Predictions 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800" dirty="0"/>
              <a:t>Calibrated Uncertainty</a:t>
            </a:r>
          </a:p>
        </p:txBody>
      </p:sp>
      <p:pic>
        <p:nvPicPr>
          <p:cNvPr id="1736" name="Graphic 1735" descr="Presentation with pie chart with solid fill">
            <a:extLst>
              <a:ext uri="{FF2B5EF4-FFF2-40B4-BE49-F238E27FC236}">
                <a16:creationId xmlns:a16="http://schemas.microsoft.com/office/drawing/2014/main" id="{169D10BD-E4B4-71E2-BAAB-E5072182D3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01491" y="4555805"/>
            <a:ext cx="477910" cy="477910"/>
          </a:xfrm>
          <a:prstGeom prst="rect">
            <a:avLst/>
          </a:prstGeom>
        </p:spPr>
      </p:pic>
      <p:sp>
        <p:nvSpPr>
          <p:cNvPr id="1731" name="TextBox 1730">
            <a:extLst>
              <a:ext uri="{FF2B5EF4-FFF2-40B4-BE49-F238E27FC236}">
                <a16:creationId xmlns:a16="http://schemas.microsoft.com/office/drawing/2014/main" id="{ABE53129-E195-9DD8-6F3A-1233996665DF}"/>
              </a:ext>
            </a:extLst>
          </p:cNvPr>
          <p:cNvSpPr txBox="1"/>
          <p:nvPr/>
        </p:nvSpPr>
        <p:spPr>
          <a:xfrm>
            <a:off x="6580635" y="4572050"/>
            <a:ext cx="20982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" dirty="0"/>
              <a:t>Separating Estimation and Prediction Improves Interpretable and Uncertainty-Aware RUL Prognostics</a:t>
            </a:r>
          </a:p>
        </p:txBody>
      </p:sp>
      <p:pic>
        <p:nvPicPr>
          <p:cNvPr id="1738" name="Graphic 1737" descr="Clipboard with solid fill">
            <a:extLst>
              <a:ext uri="{FF2B5EF4-FFF2-40B4-BE49-F238E27FC236}">
                <a16:creationId xmlns:a16="http://schemas.microsoft.com/office/drawing/2014/main" id="{F71A9653-94BA-EE59-0716-8BD357FB83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58016" y="4595072"/>
            <a:ext cx="419996" cy="4199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CBDD3C-7F81-6B34-4B8E-5B601192DD3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323" y="3330026"/>
            <a:ext cx="1288930" cy="27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728"/>
      </p:ext>
    </p:extLst>
  </p:cSld>
  <p:clrMapOvr>
    <a:masterClrMapping/>
  </p:clrMapOvr>
</p:sld>
</file>

<file path=ppt/theme/theme1.xml><?xml version="1.0" encoding="utf-8"?>
<a:theme xmlns:a="http://schemas.openxmlformats.org/drawingml/2006/main" name="Elsevier">
  <a:themeElements>
    <a:clrScheme name="Custom 1">
      <a:dk1>
        <a:srgbClr val="53565A"/>
      </a:dk1>
      <a:lt1>
        <a:srgbClr val="FFFFFF"/>
      </a:lt1>
      <a:dk2>
        <a:srgbClr val="FF6C00"/>
      </a:dk2>
      <a:lt2>
        <a:srgbClr val="E7E6E6"/>
      </a:lt2>
      <a:accent1>
        <a:srgbClr val="3678DF"/>
      </a:accent1>
      <a:accent2>
        <a:srgbClr val="FF6C00"/>
      </a:accent2>
      <a:accent3>
        <a:srgbClr val="FCD300"/>
      </a:accent3>
      <a:accent4>
        <a:srgbClr val="F73D28"/>
      </a:accent4>
      <a:accent5>
        <a:srgbClr val="8ED600"/>
      </a:accent5>
      <a:accent6>
        <a:srgbClr val="661CC9"/>
      </a:accent6>
      <a:hlink>
        <a:srgbClr val="0563C1"/>
      </a:hlink>
      <a:folHlink>
        <a:srgbClr val="FF6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ey">
      <a:srgbClr val="53565A"/>
    </a:custClr>
    <a:custClr name="Orange">
      <a:srgbClr val="FF6C00"/>
    </a:custClr>
    <a:custClr name="Grey footer">
      <a:srgbClr val="A7A8AA"/>
    </a:custClr>
  </a:custClrLst>
  <a:extLst>
    <a:ext uri="{05A4C25C-085E-4340-85A3-A5531E510DB2}">
      <thm15:themeFamily xmlns:thm15="http://schemas.microsoft.com/office/thememl/2012/main" name="ELS_ppt-presentation_Arial 16_9 new.potx" id="{D40443C0-16AF-4A5D-8290-255DEE5F8301}" vid="{38A45B1D-F117-4F8B-9F78-F1219F5478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3F462C81B4CA4089CDB375C6F04451" ma:contentTypeVersion="13" ma:contentTypeDescription="Create a new document." ma:contentTypeScope="" ma:versionID="4eee17a48324ef3a8839ded83eb7de38">
  <xsd:schema xmlns:xsd="http://www.w3.org/2001/XMLSchema" xmlns:xs="http://www.w3.org/2001/XMLSchema" xmlns:p="http://schemas.microsoft.com/office/2006/metadata/properties" xmlns:ns3="bcd1ee4d-0a03-4459-8227-1729d7e061bd" xmlns:ns4="69a629a4-d0d4-49a2-bb4f-4472faa1e085" targetNamespace="http://schemas.microsoft.com/office/2006/metadata/properties" ma:root="true" ma:fieldsID="e7a6086a60396f1d785e83d39353bd74" ns3:_="" ns4:_="">
    <xsd:import namespace="bcd1ee4d-0a03-4459-8227-1729d7e061bd"/>
    <xsd:import namespace="69a629a4-d0d4-49a2-bb4f-4472faa1e08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d1ee4d-0a03-4459-8227-1729d7e06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629a4-d0d4-49a2-bb4f-4472faa1e08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452E5B6-66F6-4CFC-8201-64FEC47FE6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d1ee4d-0a03-4459-8227-1729d7e061bd"/>
    <ds:schemaRef ds:uri="69a629a4-d0d4-49a2-bb4f-4472faa1e0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2590EA-0C5B-4498-8275-4BA46B0A58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7137FC-9D71-44E6-A5E9-F8E9B717AA1D}">
  <ds:schemaRefs>
    <ds:schemaRef ds:uri="http://purl.org/dc/elements/1.1/"/>
    <ds:schemaRef ds:uri="http://schemas.microsoft.com/office/2006/metadata/properties"/>
    <ds:schemaRef ds:uri="bcd1ee4d-0a03-4459-8227-1729d7e061bd"/>
    <ds:schemaRef ds:uri="69a629a4-d0d4-49a2-bb4f-4472faa1e085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ELS_ppt-presentation_Arial 16_9 new colorscheme</Template>
  <TotalTime>0</TotalTime>
  <Words>81</Words>
  <Application>Microsoft Macintosh PowerPoint</Application>
  <PresentationFormat>On-screen Show (16:9)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Elsevier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cp:lastPrinted>2018-07-23T12:36:44Z</cp:lastPrinted>
  <dcterms:created xsi:type="dcterms:W3CDTF">2018-05-29T20:11:58Z</dcterms:created>
  <dcterms:modified xsi:type="dcterms:W3CDTF">2026-04-27T15:03:14Z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49ac42a-3eb4-4074-b885-aea26bd6241e_Enabled">
    <vt:lpwstr>true</vt:lpwstr>
  </property>
  <property fmtid="{D5CDD505-2E9C-101B-9397-08002B2CF9AE}" pid="3" name="MSIP_Label_549ac42a-3eb4-4074-b885-aea26bd6241e_SetDate">
    <vt:lpwstr>2021-03-25T14:17:05Z</vt:lpwstr>
  </property>
  <property fmtid="{D5CDD505-2E9C-101B-9397-08002B2CF9AE}" pid="4" name="MSIP_Label_549ac42a-3eb4-4074-b885-aea26bd6241e_Method">
    <vt:lpwstr>Standard</vt:lpwstr>
  </property>
  <property fmtid="{D5CDD505-2E9C-101B-9397-08002B2CF9AE}" pid="5" name="MSIP_Label_549ac42a-3eb4-4074-b885-aea26bd6241e_Name">
    <vt:lpwstr>General Business</vt:lpwstr>
  </property>
  <property fmtid="{D5CDD505-2E9C-101B-9397-08002B2CF9AE}" pid="6" name="MSIP_Label_549ac42a-3eb4-4074-b885-aea26bd6241e_SiteId">
    <vt:lpwstr>9274ee3f-9425-4109-a27f-9fb15c10675d</vt:lpwstr>
  </property>
  <property fmtid="{D5CDD505-2E9C-101B-9397-08002B2CF9AE}" pid="7" name="MSIP_Label_549ac42a-3eb4-4074-b885-aea26bd6241e_ActionId">
    <vt:lpwstr>bf2387a5-b0f2-4910-8ffa-977b1bf672cb</vt:lpwstr>
  </property>
  <property fmtid="{D5CDD505-2E9C-101B-9397-08002B2CF9AE}" pid="8" name="MSIP_Label_549ac42a-3eb4-4074-b885-aea26bd6241e_ContentBits">
    <vt:lpwstr>0</vt:lpwstr>
  </property>
  <property fmtid="{D5CDD505-2E9C-101B-9397-08002B2CF9AE}" pid="9" name="ContentTypeId">
    <vt:lpwstr>0x010100103F462C81B4CA4089CDB375C6F04451</vt:lpwstr>
  </property>
</Properties>
</file>