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5"/>
  </p:notesMasterIdLst>
  <p:sldIdLst>
    <p:sldId id="447" r:id="rId2"/>
    <p:sldId id="449" r:id="rId3"/>
    <p:sldId id="450" r:id="rId4"/>
  </p:sldIdLst>
  <p:sldSz cx="12192000" cy="3292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89CD07-4319-6ABF-FCA2-709A48D1265C}" name="Diaz Gonzalez, Abel" initials="AD" userId="S::abel.diaz.gonzalez@vanderbilt.edu::35d0b763-d6c0-48e6-9203-92eb85478cb6" providerId="AD"/>
  <p188:author id="{B62295ED-20F8-769B-3464-A268E377FDCB}" name="Quinones Grueiro, Marcos" initials="MQ" userId="S::marcos.quinones.grueiro@vanderbilt.edu::536cb631-8b62-4de7-ba32-edf7a1ad6d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F17"/>
    <a:srgbClr val="C3A689"/>
    <a:srgbClr val="A7825C"/>
    <a:srgbClr val="967146"/>
    <a:srgbClr val="564534"/>
    <a:srgbClr val="5E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5" autoAdjust="0"/>
    <p:restoredTop sz="86433"/>
  </p:normalViewPr>
  <p:slideViewPr>
    <p:cSldViewPr snapToGrid="0">
      <p:cViewPr varScale="1">
        <p:scale>
          <a:sx n="125" d="100"/>
          <a:sy n="125" d="100"/>
        </p:scale>
        <p:origin x="192" y="1864"/>
      </p:cViewPr>
      <p:guideLst>
        <p:guide orient="horz" pos="10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09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859D8-B66A-47F9-B914-23B1751CA91A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4413" y="1143000"/>
            <a:ext cx="114268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4BD73-FC65-4FE7-9E21-0975921F3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2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8838"/>
            <a:ext cx="9144000" cy="1146269"/>
          </a:xfrm>
        </p:spPr>
        <p:txBody>
          <a:bodyPr anchor="b"/>
          <a:lstStyle>
            <a:lvl1pPr algn="ctr">
              <a:defRPr sz="2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729312"/>
            <a:ext cx="9144000" cy="794919"/>
          </a:xfrm>
        </p:spPr>
        <p:txBody>
          <a:bodyPr/>
          <a:lstStyle>
            <a:lvl1pPr marL="0" indent="0" algn="ctr">
              <a:buNone/>
              <a:defRPr sz="1152"/>
            </a:lvl1pPr>
            <a:lvl2pPr marL="219502" indent="0" algn="ctr">
              <a:buNone/>
              <a:defRPr sz="960"/>
            </a:lvl2pPr>
            <a:lvl3pPr marL="439003" indent="0" algn="ctr">
              <a:buNone/>
              <a:defRPr sz="864"/>
            </a:lvl3pPr>
            <a:lvl4pPr marL="658505" indent="0" algn="ctr">
              <a:buNone/>
              <a:defRPr sz="768"/>
            </a:lvl4pPr>
            <a:lvl5pPr marL="878007" indent="0" algn="ctr">
              <a:buNone/>
              <a:defRPr sz="768"/>
            </a:lvl5pPr>
            <a:lvl6pPr marL="1097509" indent="0" algn="ctr">
              <a:buNone/>
              <a:defRPr sz="768"/>
            </a:lvl6pPr>
            <a:lvl7pPr marL="1317010" indent="0" algn="ctr">
              <a:buNone/>
              <a:defRPr sz="768"/>
            </a:lvl7pPr>
            <a:lvl8pPr marL="1536512" indent="0" algn="ctr">
              <a:buNone/>
              <a:defRPr sz="768"/>
            </a:lvl8pPr>
            <a:lvl9pPr marL="1756014" indent="0" algn="ctr">
              <a:buNone/>
              <a:defRPr sz="7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84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0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20833"/>
            <a:ext cx="10515600" cy="1369578"/>
          </a:xfrm>
        </p:spPr>
        <p:txBody>
          <a:bodyPr anchor="b"/>
          <a:lstStyle>
            <a:lvl1pPr>
              <a:defRPr sz="28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203367"/>
            <a:ext cx="10515600" cy="720229"/>
          </a:xfrm>
        </p:spPr>
        <p:txBody>
          <a:bodyPr/>
          <a:lstStyle>
            <a:lvl1pPr marL="0" indent="0">
              <a:buNone/>
              <a:defRPr sz="1152">
                <a:solidFill>
                  <a:schemeClr val="tx1">
                    <a:tint val="75000"/>
                  </a:schemeClr>
                </a:solidFill>
              </a:defRPr>
            </a:lvl1pPr>
            <a:lvl2pPr marL="219502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2pPr>
            <a:lvl3pPr marL="439003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3pPr>
            <a:lvl4pPr marL="658505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4pPr>
            <a:lvl5pPr marL="878007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5pPr>
            <a:lvl6pPr marL="1097509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6pPr>
            <a:lvl7pPr marL="1317010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7pPr>
            <a:lvl8pPr marL="1536512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8pPr>
            <a:lvl9pPr marL="1756014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76469"/>
            <a:ext cx="5181600" cy="2089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76469"/>
            <a:ext cx="5181600" cy="20890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80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75294"/>
            <a:ext cx="10515600" cy="6363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07114"/>
            <a:ext cx="5157787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202668"/>
            <a:ext cx="5157787" cy="1768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07114"/>
            <a:ext cx="5183188" cy="395554"/>
          </a:xfrm>
        </p:spPr>
        <p:txBody>
          <a:bodyPr anchor="b"/>
          <a:lstStyle>
            <a:lvl1pPr marL="0" indent="0">
              <a:buNone/>
              <a:defRPr sz="1152" b="1"/>
            </a:lvl1pPr>
            <a:lvl2pPr marL="219502" indent="0">
              <a:buNone/>
              <a:defRPr sz="960" b="1"/>
            </a:lvl2pPr>
            <a:lvl3pPr marL="439003" indent="0">
              <a:buNone/>
              <a:defRPr sz="864" b="1"/>
            </a:lvl3pPr>
            <a:lvl4pPr marL="658505" indent="0">
              <a:buNone/>
              <a:defRPr sz="768" b="1"/>
            </a:lvl4pPr>
            <a:lvl5pPr marL="878007" indent="0">
              <a:buNone/>
              <a:defRPr sz="768" b="1"/>
            </a:lvl5pPr>
            <a:lvl6pPr marL="1097509" indent="0">
              <a:buNone/>
              <a:defRPr sz="768" b="1"/>
            </a:lvl6pPr>
            <a:lvl7pPr marL="1317010" indent="0">
              <a:buNone/>
              <a:defRPr sz="768" b="1"/>
            </a:lvl7pPr>
            <a:lvl8pPr marL="1536512" indent="0">
              <a:buNone/>
              <a:defRPr sz="768" b="1"/>
            </a:lvl8pPr>
            <a:lvl9pPr marL="1756014" indent="0">
              <a:buNone/>
              <a:defRPr sz="7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202668"/>
            <a:ext cx="5183188" cy="17689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454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172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77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19498"/>
            <a:ext cx="3932237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74056"/>
            <a:ext cx="6172200" cy="2339791"/>
          </a:xfrm>
        </p:spPr>
        <p:txBody>
          <a:bodyPr/>
          <a:lstStyle>
            <a:lvl1pPr>
              <a:defRPr sz="1536"/>
            </a:lvl1pPr>
            <a:lvl2pPr>
              <a:defRPr sz="1344"/>
            </a:lvl2pPr>
            <a:lvl3pPr>
              <a:defRPr sz="1152"/>
            </a:lvl3pPr>
            <a:lvl4pPr>
              <a:defRPr sz="960"/>
            </a:lvl4pPr>
            <a:lvl5pPr>
              <a:defRPr sz="960"/>
            </a:lvl5pPr>
            <a:lvl6pPr>
              <a:defRPr sz="960"/>
            </a:lvl6pPr>
            <a:lvl7pPr>
              <a:defRPr sz="960"/>
            </a:lvl7pPr>
            <a:lvl8pPr>
              <a:defRPr sz="960"/>
            </a:lvl8pPr>
            <a:lvl9pPr>
              <a:defRPr sz="9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743"/>
            <a:ext cx="3932237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008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19498"/>
            <a:ext cx="3932237" cy="768244"/>
          </a:xfrm>
        </p:spPr>
        <p:txBody>
          <a:bodyPr anchor="b"/>
          <a:lstStyle>
            <a:lvl1pPr>
              <a:defRPr sz="153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74056"/>
            <a:ext cx="6172200" cy="2339791"/>
          </a:xfrm>
        </p:spPr>
        <p:txBody>
          <a:bodyPr anchor="t"/>
          <a:lstStyle>
            <a:lvl1pPr marL="0" indent="0">
              <a:buNone/>
              <a:defRPr sz="1536"/>
            </a:lvl1pPr>
            <a:lvl2pPr marL="219502" indent="0">
              <a:buNone/>
              <a:defRPr sz="1344"/>
            </a:lvl2pPr>
            <a:lvl3pPr marL="439003" indent="0">
              <a:buNone/>
              <a:defRPr sz="1152"/>
            </a:lvl3pPr>
            <a:lvl4pPr marL="658505" indent="0">
              <a:buNone/>
              <a:defRPr sz="960"/>
            </a:lvl4pPr>
            <a:lvl5pPr marL="878007" indent="0">
              <a:buNone/>
              <a:defRPr sz="960"/>
            </a:lvl5pPr>
            <a:lvl6pPr marL="1097509" indent="0">
              <a:buNone/>
              <a:defRPr sz="960"/>
            </a:lvl6pPr>
            <a:lvl7pPr marL="1317010" indent="0">
              <a:buNone/>
              <a:defRPr sz="960"/>
            </a:lvl7pPr>
            <a:lvl8pPr marL="1536512" indent="0">
              <a:buNone/>
              <a:defRPr sz="960"/>
            </a:lvl8pPr>
            <a:lvl9pPr marL="1756014" indent="0">
              <a:buNone/>
              <a:defRPr sz="9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87743"/>
            <a:ext cx="3932237" cy="1829915"/>
          </a:xfrm>
        </p:spPr>
        <p:txBody>
          <a:bodyPr/>
          <a:lstStyle>
            <a:lvl1pPr marL="0" indent="0">
              <a:buNone/>
              <a:defRPr sz="768"/>
            </a:lvl1pPr>
            <a:lvl2pPr marL="219502" indent="0">
              <a:buNone/>
              <a:defRPr sz="672"/>
            </a:lvl2pPr>
            <a:lvl3pPr marL="439003" indent="0">
              <a:buNone/>
              <a:defRPr sz="576"/>
            </a:lvl3pPr>
            <a:lvl4pPr marL="658505" indent="0">
              <a:buNone/>
              <a:defRPr sz="480"/>
            </a:lvl4pPr>
            <a:lvl5pPr marL="878007" indent="0">
              <a:buNone/>
              <a:defRPr sz="480"/>
            </a:lvl5pPr>
            <a:lvl6pPr marL="1097509" indent="0">
              <a:buNone/>
              <a:defRPr sz="480"/>
            </a:lvl6pPr>
            <a:lvl7pPr marL="1317010" indent="0">
              <a:buNone/>
              <a:defRPr sz="480"/>
            </a:lvl7pPr>
            <a:lvl8pPr marL="1536512" indent="0">
              <a:buNone/>
              <a:defRPr sz="480"/>
            </a:lvl8pPr>
            <a:lvl9pPr marL="1756014" indent="0">
              <a:buNone/>
              <a:defRPr sz="4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53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363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75294"/>
            <a:ext cx="2628900" cy="27902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5294"/>
            <a:ext cx="7734300" cy="27902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324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5294"/>
            <a:ext cx="10515600" cy="636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76469"/>
            <a:ext cx="10515600" cy="208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051637"/>
            <a:ext cx="274320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6AD91-4B23-4744-80DD-8D3955A9F328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051637"/>
            <a:ext cx="411480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051637"/>
            <a:ext cx="2743200" cy="1752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64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439003" rtl="0" eaLnBrk="1" latinLnBrk="0" hangingPunct="1">
        <a:lnSpc>
          <a:spcPct val="90000"/>
        </a:lnSpc>
        <a:spcBef>
          <a:spcPct val="0"/>
        </a:spcBef>
        <a:buNone/>
        <a:defRPr sz="21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51" indent="-109751" algn="l" defTabSz="439003" rtl="0" eaLnBrk="1" latinLnBrk="0" hangingPunct="1">
        <a:lnSpc>
          <a:spcPct val="90000"/>
        </a:lnSpc>
        <a:spcBef>
          <a:spcPts val="480"/>
        </a:spcBef>
        <a:buFont typeface="Arial" panose="020B0604020202020204" pitchFamily="34" charset="0"/>
        <a:buChar char="•"/>
        <a:defRPr sz="1344" kern="1200">
          <a:solidFill>
            <a:schemeClr val="tx1"/>
          </a:solidFill>
          <a:latin typeface="+mn-lt"/>
          <a:ea typeface="+mn-ea"/>
          <a:cs typeface="+mn-cs"/>
        </a:defRPr>
      </a:lvl1pPr>
      <a:lvl2pPr marL="32925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1152" kern="1200">
          <a:solidFill>
            <a:schemeClr val="tx1"/>
          </a:solidFill>
          <a:latin typeface="+mn-lt"/>
          <a:ea typeface="+mn-ea"/>
          <a:cs typeface="+mn-cs"/>
        </a:defRPr>
      </a:lvl2pPr>
      <a:lvl3pPr marL="548754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3pPr>
      <a:lvl4pPr marL="768256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987758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207259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426761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646263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865765" indent="-109751" algn="l" defTabSz="439003" rtl="0" eaLnBrk="1" latinLnBrk="0" hangingPunct="1">
        <a:lnSpc>
          <a:spcPct val="90000"/>
        </a:lnSpc>
        <a:spcBef>
          <a:spcPts val="240"/>
        </a:spcBef>
        <a:buFont typeface="Arial" panose="020B0604020202020204" pitchFamily="34" charset="0"/>
        <a:buChar char="•"/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1pPr>
      <a:lvl2pPr marL="21950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2pPr>
      <a:lvl3pPr marL="439003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3pPr>
      <a:lvl4pPr marL="658505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4pPr>
      <a:lvl5pPr marL="878007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5pPr>
      <a:lvl6pPr marL="1097509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6pPr>
      <a:lvl7pPr marL="1317010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7pPr>
      <a:lvl8pPr marL="1536512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8pPr>
      <a:lvl9pPr marL="1756014" algn="l" defTabSz="439003" rtl="0" eaLnBrk="1" latinLnBrk="0" hangingPunct="1">
        <a:defRPr sz="86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F619B3-5EE8-42EB-1782-5F5010FE7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39" y="-50800"/>
            <a:ext cx="12199239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33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0EC1F-A678-B52F-2B2E-CFE20D4DD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EB5E810-1D10-A935-5938-D2539221A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988"/>
            <a:ext cx="12148843" cy="3329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820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033D2-6163-1E12-70A1-37413464C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EC7EE4B-7E32-139E-7938-058789102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39" y="-50800"/>
            <a:ext cx="12199239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8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31819</TotalTime>
  <Words>0</Words>
  <Application>Microsoft Macintosh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Diaz Gonzalez, Abel</dc:creator>
  <cp:lastModifiedBy>Diaz Gonzalez, Abel</cp:lastModifiedBy>
  <cp:revision>75</cp:revision>
  <dcterms:created xsi:type="dcterms:W3CDTF">2023-04-24T07:22:51Z</dcterms:created>
  <dcterms:modified xsi:type="dcterms:W3CDTF">2026-03-14T08:38:38Z</dcterms:modified>
</cp:coreProperties>
</file>