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5"/>
  </p:notesMasterIdLst>
  <p:sldIdLst>
    <p:sldId id="447" r:id="rId2"/>
    <p:sldId id="449" r:id="rId3"/>
    <p:sldId id="450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689CD07-4319-6ABF-FCA2-709A48D1265C}" name="Diaz Gonzalez, Abel" initials="AD" userId="S::abel.diaz.gonzalez@vanderbilt.edu::35d0b763-d6c0-48e6-9203-92eb85478cb6" providerId="AD"/>
  <p188:author id="{B62295ED-20F8-769B-3464-A268E377FDCB}" name="Quinones Grueiro, Marcos" initials="MQ" userId="S::marcos.quinones.grueiro@vanderbilt.edu::536cb631-8b62-4de7-ba32-edf7a1ad6d8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1F17"/>
    <a:srgbClr val="C3A689"/>
    <a:srgbClr val="A7825C"/>
    <a:srgbClr val="967146"/>
    <a:srgbClr val="564534"/>
    <a:srgbClr val="5E4C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878" autoAdjust="0"/>
    <p:restoredTop sz="86433"/>
  </p:normalViewPr>
  <p:slideViewPr>
    <p:cSldViewPr snapToGrid="0">
      <p:cViewPr varScale="1">
        <p:scale>
          <a:sx n="138" d="100"/>
          <a:sy n="138" d="100"/>
        </p:scale>
        <p:origin x="91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21" d="100"/>
          <a:sy n="121" d="100"/>
        </p:scale>
        <p:origin x="3096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1859D8-B66A-47F9-B914-23B1751CA91A}" type="datetimeFigureOut">
              <a:rPr lang="en-US" smtClean="0"/>
              <a:t>3/13/26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A4BD73-FC65-4FE7-9E21-0975921F30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625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249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783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356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879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861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854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386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997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974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361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35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56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6F619B3-5EE8-42EB-1782-5F5010FE7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545" y="1583128"/>
            <a:ext cx="11655846" cy="3194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433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0EC1F-A678-B52F-2B2E-CFE20D4DD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EB5E810-1D10-A935-5938-D2539221A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39" y="1511208"/>
            <a:ext cx="11768322" cy="3225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8201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033D2-6163-1E12-70A1-37413464C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EC7EE4B-7E32-139E-7938-058789102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36" y="1500934"/>
            <a:ext cx="11393426" cy="3122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17844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31380</TotalTime>
  <Words>0</Words>
  <Application>Microsoft Macintosh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Arial</vt:lpstr>
      <vt:lpstr>Calibri</vt:lpstr>
      <vt:lpstr>Calibri Light</vt:lpstr>
      <vt:lpstr>Tema de Office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Diaz Gonzalez, Abel</dc:creator>
  <cp:lastModifiedBy>Diaz Gonzalez, Abel</cp:lastModifiedBy>
  <cp:revision>74</cp:revision>
  <dcterms:created xsi:type="dcterms:W3CDTF">2023-04-24T07:22:51Z</dcterms:created>
  <dcterms:modified xsi:type="dcterms:W3CDTF">2026-03-14T01:18:10Z</dcterms:modified>
</cp:coreProperties>
</file>