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61" r:id="rId2"/>
    <p:sldId id="256" r:id="rId3"/>
    <p:sldId id="257" r:id="rId4"/>
    <p:sldId id="258" r:id="rId5"/>
    <p:sldId id="259" r:id="rId6"/>
  </p:sldIdLst>
  <p:sldSz cx="6950075" cy="3475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47"/>
    <p:restoredTop sz="94659"/>
  </p:normalViewPr>
  <p:slideViewPr>
    <p:cSldViewPr snapToGrid="0">
      <p:cViewPr varScale="1">
        <p:scale>
          <a:sx n="232" d="100"/>
          <a:sy n="232" d="100"/>
        </p:scale>
        <p:origin x="16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8760" y="568716"/>
            <a:ext cx="5212556" cy="1209828"/>
          </a:xfrm>
        </p:spPr>
        <p:txBody>
          <a:bodyPr anchor="b"/>
          <a:lstStyle>
            <a:lvl1pPr algn="ctr"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8760" y="1825200"/>
            <a:ext cx="5212556" cy="838996"/>
          </a:xfrm>
        </p:spPr>
        <p:txBody>
          <a:bodyPr/>
          <a:lstStyle>
            <a:lvl1pPr marL="0" indent="0" algn="ctr">
              <a:buNone/>
              <a:defRPr sz="1216"/>
            </a:lvl1pPr>
            <a:lvl2pPr marL="231663" indent="0" algn="ctr">
              <a:buNone/>
              <a:defRPr sz="1013"/>
            </a:lvl2pPr>
            <a:lvl3pPr marL="463326" indent="0" algn="ctr">
              <a:buNone/>
              <a:defRPr sz="912"/>
            </a:lvl3pPr>
            <a:lvl4pPr marL="694990" indent="0" algn="ctr">
              <a:buNone/>
              <a:defRPr sz="811"/>
            </a:lvl4pPr>
            <a:lvl5pPr marL="926653" indent="0" algn="ctr">
              <a:buNone/>
              <a:defRPr sz="811"/>
            </a:lvl5pPr>
            <a:lvl6pPr marL="1158316" indent="0" algn="ctr">
              <a:buNone/>
              <a:defRPr sz="811"/>
            </a:lvl6pPr>
            <a:lvl7pPr marL="1389979" indent="0" algn="ctr">
              <a:buNone/>
              <a:defRPr sz="811"/>
            </a:lvl7pPr>
            <a:lvl8pPr marL="1621643" indent="0" algn="ctr">
              <a:buNone/>
              <a:defRPr sz="811"/>
            </a:lvl8pPr>
            <a:lvl9pPr marL="1853306" indent="0" algn="ctr">
              <a:buNone/>
              <a:defRPr sz="8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2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1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198" y="866347"/>
            <a:ext cx="5994440" cy="1445519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198" y="2325541"/>
            <a:ext cx="5994440" cy="760164"/>
          </a:xfrm>
        </p:spPr>
        <p:txBody>
          <a:bodyPr/>
          <a:lstStyle>
            <a:lvl1pPr marL="0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1pPr>
            <a:lvl2pPr marL="23166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2pPr>
            <a:lvl3pPr marL="463326" indent="0">
              <a:buNone/>
              <a:defRPr sz="912">
                <a:solidFill>
                  <a:schemeClr val="tx1">
                    <a:tint val="82000"/>
                  </a:schemeClr>
                </a:solidFill>
              </a:defRPr>
            </a:lvl3pPr>
            <a:lvl4pPr marL="694990" indent="0">
              <a:buNone/>
              <a:defRPr sz="811">
                <a:solidFill>
                  <a:schemeClr val="tx1">
                    <a:tint val="82000"/>
                  </a:schemeClr>
                </a:solidFill>
              </a:defRPr>
            </a:lvl4pPr>
            <a:lvl5pPr marL="926653" indent="0">
              <a:buNone/>
              <a:defRPr sz="811">
                <a:solidFill>
                  <a:schemeClr val="tx1">
                    <a:tint val="82000"/>
                  </a:schemeClr>
                </a:solidFill>
              </a:defRPr>
            </a:lvl5pPr>
            <a:lvl6pPr marL="1158316" indent="0">
              <a:buNone/>
              <a:defRPr sz="811">
                <a:solidFill>
                  <a:schemeClr val="tx1">
                    <a:tint val="82000"/>
                  </a:schemeClr>
                </a:solidFill>
              </a:defRPr>
            </a:lvl6pPr>
            <a:lvl7pPr marL="1389979" indent="0">
              <a:buNone/>
              <a:defRPr sz="811">
                <a:solidFill>
                  <a:schemeClr val="tx1">
                    <a:tint val="82000"/>
                  </a:schemeClr>
                </a:solidFill>
              </a:defRPr>
            </a:lvl7pPr>
            <a:lvl8pPr marL="1621643" indent="0">
              <a:buNone/>
              <a:defRPr sz="811">
                <a:solidFill>
                  <a:schemeClr val="tx1">
                    <a:tint val="82000"/>
                  </a:schemeClr>
                </a:solidFill>
              </a:defRPr>
            </a:lvl8pPr>
            <a:lvl9pPr marL="1853306" indent="0">
              <a:buNone/>
              <a:defRPr sz="8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7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7818" y="925068"/>
            <a:ext cx="2953782" cy="220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18475" y="925068"/>
            <a:ext cx="2953782" cy="220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7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185014"/>
            <a:ext cx="5994440" cy="67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8723" y="851867"/>
            <a:ext cx="2940207" cy="417487"/>
          </a:xfrm>
        </p:spPr>
        <p:txBody>
          <a:bodyPr anchor="b"/>
          <a:lstStyle>
            <a:lvl1pPr marL="0" indent="0">
              <a:buNone/>
              <a:defRPr sz="1216" b="1"/>
            </a:lvl1pPr>
            <a:lvl2pPr marL="231663" indent="0">
              <a:buNone/>
              <a:defRPr sz="1013" b="1"/>
            </a:lvl2pPr>
            <a:lvl3pPr marL="463326" indent="0">
              <a:buNone/>
              <a:defRPr sz="912" b="1"/>
            </a:lvl3pPr>
            <a:lvl4pPr marL="694990" indent="0">
              <a:buNone/>
              <a:defRPr sz="811" b="1"/>
            </a:lvl4pPr>
            <a:lvl5pPr marL="926653" indent="0">
              <a:buNone/>
              <a:defRPr sz="811" b="1"/>
            </a:lvl5pPr>
            <a:lvl6pPr marL="1158316" indent="0">
              <a:buNone/>
              <a:defRPr sz="811" b="1"/>
            </a:lvl6pPr>
            <a:lvl7pPr marL="1389979" indent="0">
              <a:buNone/>
              <a:defRPr sz="811" b="1"/>
            </a:lvl7pPr>
            <a:lvl8pPr marL="1621643" indent="0">
              <a:buNone/>
              <a:defRPr sz="811" b="1"/>
            </a:lvl8pPr>
            <a:lvl9pPr marL="1853306" indent="0">
              <a:buNone/>
              <a:defRPr sz="8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723" y="1269354"/>
            <a:ext cx="2940207" cy="1867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18476" y="851867"/>
            <a:ext cx="2954687" cy="417487"/>
          </a:xfrm>
        </p:spPr>
        <p:txBody>
          <a:bodyPr anchor="b"/>
          <a:lstStyle>
            <a:lvl1pPr marL="0" indent="0">
              <a:buNone/>
              <a:defRPr sz="1216" b="1"/>
            </a:lvl1pPr>
            <a:lvl2pPr marL="231663" indent="0">
              <a:buNone/>
              <a:defRPr sz="1013" b="1"/>
            </a:lvl2pPr>
            <a:lvl3pPr marL="463326" indent="0">
              <a:buNone/>
              <a:defRPr sz="912" b="1"/>
            </a:lvl3pPr>
            <a:lvl4pPr marL="694990" indent="0">
              <a:buNone/>
              <a:defRPr sz="811" b="1"/>
            </a:lvl4pPr>
            <a:lvl5pPr marL="926653" indent="0">
              <a:buNone/>
              <a:defRPr sz="811" b="1"/>
            </a:lvl5pPr>
            <a:lvl6pPr marL="1158316" indent="0">
              <a:buNone/>
              <a:defRPr sz="811" b="1"/>
            </a:lvl6pPr>
            <a:lvl7pPr marL="1389979" indent="0">
              <a:buNone/>
              <a:defRPr sz="811" b="1"/>
            </a:lvl7pPr>
            <a:lvl8pPr marL="1621643" indent="0">
              <a:buNone/>
              <a:defRPr sz="811" b="1"/>
            </a:lvl8pPr>
            <a:lvl9pPr marL="1853306" indent="0">
              <a:buNone/>
              <a:defRPr sz="8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18476" y="1269354"/>
            <a:ext cx="2954687" cy="1867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4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6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231669"/>
            <a:ext cx="2241580" cy="810842"/>
          </a:xfrm>
        </p:spPr>
        <p:txBody>
          <a:bodyPr anchor="b"/>
          <a:lstStyle>
            <a:lvl1pPr>
              <a:defRPr sz="16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4687" y="500342"/>
            <a:ext cx="3518475" cy="2469529"/>
          </a:xfrm>
        </p:spPr>
        <p:txBody>
          <a:bodyPr/>
          <a:lstStyle>
            <a:lvl1pPr>
              <a:defRPr sz="1621"/>
            </a:lvl1pPr>
            <a:lvl2pPr>
              <a:defRPr sz="1419"/>
            </a:lvl2pPr>
            <a:lvl3pPr>
              <a:defRPr sz="1216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723" y="1042512"/>
            <a:ext cx="2241580" cy="1931381"/>
          </a:xfrm>
        </p:spPr>
        <p:txBody>
          <a:bodyPr/>
          <a:lstStyle>
            <a:lvl1pPr marL="0" indent="0">
              <a:buNone/>
              <a:defRPr sz="811"/>
            </a:lvl1pPr>
            <a:lvl2pPr marL="231663" indent="0">
              <a:buNone/>
              <a:defRPr sz="709"/>
            </a:lvl2pPr>
            <a:lvl3pPr marL="463326" indent="0">
              <a:buNone/>
              <a:defRPr sz="608"/>
            </a:lvl3pPr>
            <a:lvl4pPr marL="694990" indent="0">
              <a:buNone/>
              <a:defRPr sz="507"/>
            </a:lvl4pPr>
            <a:lvl5pPr marL="926653" indent="0">
              <a:buNone/>
              <a:defRPr sz="507"/>
            </a:lvl5pPr>
            <a:lvl6pPr marL="1158316" indent="0">
              <a:buNone/>
              <a:defRPr sz="507"/>
            </a:lvl6pPr>
            <a:lvl7pPr marL="1389979" indent="0">
              <a:buNone/>
              <a:defRPr sz="507"/>
            </a:lvl7pPr>
            <a:lvl8pPr marL="1621643" indent="0">
              <a:buNone/>
              <a:defRPr sz="507"/>
            </a:lvl8pPr>
            <a:lvl9pPr marL="1853306" indent="0">
              <a:buNone/>
              <a:defRPr sz="5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14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231669"/>
            <a:ext cx="2241580" cy="810842"/>
          </a:xfrm>
        </p:spPr>
        <p:txBody>
          <a:bodyPr anchor="b"/>
          <a:lstStyle>
            <a:lvl1pPr>
              <a:defRPr sz="16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54687" y="500342"/>
            <a:ext cx="3518475" cy="2469529"/>
          </a:xfrm>
        </p:spPr>
        <p:txBody>
          <a:bodyPr anchor="t"/>
          <a:lstStyle>
            <a:lvl1pPr marL="0" indent="0">
              <a:buNone/>
              <a:defRPr sz="1621"/>
            </a:lvl1pPr>
            <a:lvl2pPr marL="231663" indent="0">
              <a:buNone/>
              <a:defRPr sz="1419"/>
            </a:lvl2pPr>
            <a:lvl3pPr marL="463326" indent="0">
              <a:buNone/>
              <a:defRPr sz="1216"/>
            </a:lvl3pPr>
            <a:lvl4pPr marL="694990" indent="0">
              <a:buNone/>
              <a:defRPr sz="1013"/>
            </a:lvl4pPr>
            <a:lvl5pPr marL="926653" indent="0">
              <a:buNone/>
              <a:defRPr sz="1013"/>
            </a:lvl5pPr>
            <a:lvl6pPr marL="1158316" indent="0">
              <a:buNone/>
              <a:defRPr sz="1013"/>
            </a:lvl6pPr>
            <a:lvl7pPr marL="1389979" indent="0">
              <a:buNone/>
              <a:defRPr sz="1013"/>
            </a:lvl7pPr>
            <a:lvl8pPr marL="1621643" indent="0">
              <a:buNone/>
              <a:defRPr sz="1013"/>
            </a:lvl8pPr>
            <a:lvl9pPr marL="1853306" indent="0">
              <a:buNone/>
              <a:defRPr sz="10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723" y="1042512"/>
            <a:ext cx="2241580" cy="1931381"/>
          </a:xfrm>
        </p:spPr>
        <p:txBody>
          <a:bodyPr/>
          <a:lstStyle>
            <a:lvl1pPr marL="0" indent="0">
              <a:buNone/>
              <a:defRPr sz="811"/>
            </a:lvl1pPr>
            <a:lvl2pPr marL="231663" indent="0">
              <a:buNone/>
              <a:defRPr sz="709"/>
            </a:lvl2pPr>
            <a:lvl3pPr marL="463326" indent="0">
              <a:buNone/>
              <a:defRPr sz="608"/>
            </a:lvl3pPr>
            <a:lvl4pPr marL="694990" indent="0">
              <a:buNone/>
              <a:defRPr sz="507"/>
            </a:lvl4pPr>
            <a:lvl5pPr marL="926653" indent="0">
              <a:buNone/>
              <a:defRPr sz="507"/>
            </a:lvl5pPr>
            <a:lvl6pPr marL="1158316" indent="0">
              <a:buNone/>
              <a:defRPr sz="507"/>
            </a:lvl6pPr>
            <a:lvl7pPr marL="1389979" indent="0">
              <a:buNone/>
              <a:defRPr sz="507"/>
            </a:lvl7pPr>
            <a:lvl8pPr marL="1621643" indent="0">
              <a:buNone/>
              <a:defRPr sz="507"/>
            </a:lvl8pPr>
            <a:lvl9pPr marL="1853306" indent="0">
              <a:buNone/>
              <a:defRPr sz="5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9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99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647" y="185014"/>
            <a:ext cx="1498610" cy="29449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7818" y="185014"/>
            <a:ext cx="4408954" cy="2944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3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7818" y="185014"/>
            <a:ext cx="5994440" cy="671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818" y="925068"/>
            <a:ext cx="5994440" cy="220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7818" y="3220845"/>
            <a:ext cx="1563767" cy="185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4E156-A455-4B42-B9B1-75453B76F250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02213" y="3220845"/>
            <a:ext cx="2345650" cy="185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8490" y="3220845"/>
            <a:ext cx="1563767" cy="185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BEB0-38E8-5146-B85F-74001DAC6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63326" rtl="0" eaLnBrk="1" latinLnBrk="0" hangingPunct="1">
        <a:lnSpc>
          <a:spcPct val="90000"/>
        </a:lnSpc>
        <a:spcBef>
          <a:spcPct val="0"/>
        </a:spcBef>
        <a:buNone/>
        <a:defRPr sz="22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832" indent="-115832" algn="l" defTabSz="463326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419" kern="1200">
          <a:solidFill>
            <a:schemeClr val="tx1"/>
          </a:solidFill>
          <a:latin typeface="+mn-lt"/>
          <a:ea typeface="+mn-ea"/>
          <a:cs typeface="+mn-cs"/>
        </a:defRPr>
      </a:lvl1pPr>
      <a:lvl2pPr marL="347495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1216" kern="1200">
          <a:solidFill>
            <a:schemeClr val="tx1"/>
          </a:solidFill>
          <a:latin typeface="+mn-lt"/>
          <a:ea typeface="+mn-ea"/>
          <a:cs typeface="+mn-cs"/>
        </a:defRPr>
      </a:lvl2pPr>
      <a:lvl3pPr marL="579158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810821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4pPr>
      <a:lvl5pPr marL="1042485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5pPr>
      <a:lvl6pPr marL="1274148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6pPr>
      <a:lvl7pPr marL="1505811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7pPr>
      <a:lvl8pPr marL="1737474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8pPr>
      <a:lvl9pPr marL="1969138" indent="-115832" algn="l" defTabSz="463326" rtl="0" eaLnBrk="1" latinLnBrk="0" hangingPunct="1">
        <a:lnSpc>
          <a:spcPct val="90000"/>
        </a:lnSpc>
        <a:spcBef>
          <a:spcPts val="253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1pPr>
      <a:lvl2pPr marL="231663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2pPr>
      <a:lvl3pPr marL="463326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3pPr>
      <a:lvl4pPr marL="694990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4pPr>
      <a:lvl5pPr marL="926653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5pPr>
      <a:lvl6pPr marL="1158316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6pPr>
      <a:lvl7pPr marL="1389979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7pPr>
      <a:lvl8pPr marL="1621643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8pPr>
      <a:lvl9pPr marL="1853306" algn="l" defTabSz="463326" rtl="0" eaLnBrk="1" latinLnBrk="0" hangingPunct="1">
        <a:defRPr sz="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21087-0A7D-4660-FF1F-590DE1F4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DACD8-C861-5D19-972F-C7C12EFA4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58" y="0"/>
            <a:ext cx="3494895" cy="3475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02B9C5-4026-C2F7-2B76-EECFF005A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037" y="0"/>
            <a:ext cx="3494895" cy="347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9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88392-54FD-6DA7-AF29-EFBE0761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94895" cy="34750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56A00D-5749-3CD3-BC44-2BBFB6709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23" y="0"/>
            <a:ext cx="3445252" cy="347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0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8B09D-7677-7517-90AA-98B5C755F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94895" cy="3475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0B1880-69C6-3DB1-A54F-D9F94C391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895" y="0"/>
            <a:ext cx="3445252" cy="347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7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2FD2-21D2-7861-2C65-A90E956B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5F1035-99BF-E7D8-A5DB-D6B5E870C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58" y="0"/>
            <a:ext cx="3494895" cy="34750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B305EF-C579-46B5-7702-C610AC9B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23" y="0"/>
            <a:ext cx="3445252" cy="347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0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0A4B-CD08-C1BB-536A-B1CF3982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916522-3E58-89B4-9485-7107E975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94895" cy="3475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283D26-E34B-D3B6-DBD1-3D5559A7D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23" y="0"/>
            <a:ext cx="3445252" cy="347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0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0</Words>
  <Application>Microsoft Macintosh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Diaz Gonzalez, Abel</dc:creator>
  <cp:lastModifiedBy>Diaz Gonzalez, Abel</cp:lastModifiedBy>
  <cp:revision>3</cp:revision>
  <dcterms:created xsi:type="dcterms:W3CDTF">2026-03-14T09:35:19Z</dcterms:created>
  <dcterms:modified xsi:type="dcterms:W3CDTF">2026-03-15T23:35:21Z</dcterms:modified>
</cp:coreProperties>
</file>